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60" r:id="rId2"/>
  </p:sldMasterIdLst>
  <p:notesMasterIdLst>
    <p:notesMasterId r:id="rId4"/>
  </p:notesMasterIdLst>
  <p:handoutMasterIdLst>
    <p:handoutMasterId r:id="rId5"/>
  </p:handoutMasterIdLst>
  <p:sldIdLst>
    <p:sldId id="258" r:id="rId3"/>
  </p:sldIdLst>
  <p:sldSz cx="30275213" cy="42803763"/>
  <p:notesSz cx="7104063" cy="10234613"/>
  <p:defaultTextStyle>
    <a:defPPr>
      <a:defRPr lang="en-US"/>
    </a:defPPr>
    <a:lvl1pPr marL="0" algn="l" defTabSz="4298486" rtl="0" eaLnBrk="1" latinLnBrk="0" hangingPunct="1">
      <a:defRPr sz="8487" kern="1200">
        <a:solidFill>
          <a:schemeClr val="tx1"/>
        </a:solidFill>
        <a:latin typeface="+mn-lt"/>
        <a:ea typeface="+mn-ea"/>
        <a:cs typeface="+mn-cs"/>
      </a:defRPr>
    </a:lvl1pPr>
    <a:lvl2pPr marL="2149244" algn="l" defTabSz="4298486" rtl="0" eaLnBrk="1" latinLnBrk="0" hangingPunct="1">
      <a:defRPr sz="8487" kern="1200">
        <a:solidFill>
          <a:schemeClr val="tx1"/>
        </a:solidFill>
        <a:latin typeface="+mn-lt"/>
        <a:ea typeface="+mn-ea"/>
        <a:cs typeface="+mn-cs"/>
      </a:defRPr>
    </a:lvl2pPr>
    <a:lvl3pPr marL="4298486" algn="l" defTabSz="4298486" rtl="0" eaLnBrk="1" latinLnBrk="0" hangingPunct="1">
      <a:defRPr sz="8487" kern="1200">
        <a:solidFill>
          <a:schemeClr val="tx1"/>
        </a:solidFill>
        <a:latin typeface="+mn-lt"/>
        <a:ea typeface="+mn-ea"/>
        <a:cs typeface="+mn-cs"/>
      </a:defRPr>
    </a:lvl3pPr>
    <a:lvl4pPr marL="6447727" algn="l" defTabSz="4298486" rtl="0" eaLnBrk="1" latinLnBrk="0" hangingPunct="1">
      <a:defRPr sz="8487" kern="1200">
        <a:solidFill>
          <a:schemeClr val="tx1"/>
        </a:solidFill>
        <a:latin typeface="+mn-lt"/>
        <a:ea typeface="+mn-ea"/>
        <a:cs typeface="+mn-cs"/>
      </a:defRPr>
    </a:lvl4pPr>
    <a:lvl5pPr marL="8596970" algn="l" defTabSz="4298486" rtl="0" eaLnBrk="1" latinLnBrk="0" hangingPunct="1">
      <a:defRPr sz="8487" kern="1200">
        <a:solidFill>
          <a:schemeClr val="tx1"/>
        </a:solidFill>
        <a:latin typeface="+mn-lt"/>
        <a:ea typeface="+mn-ea"/>
        <a:cs typeface="+mn-cs"/>
      </a:defRPr>
    </a:lvl5pPr>
    <a:lvl6pPr marL="10746214" algn="l" defTabSz="4298486" rtl="0" eaLnBrk="1" latinLnBrk="0" hangingPunct="1">
      <a:defRPr sz="8487" kern="1200">
        <a:solidFill>
          <a:schemeClr val="tx1"/>
        </a:solidFill>
        <a:latin typeface="+mn-lt"/>
        <a:ea typeface="+mn-ea"/>
        <a:cs typeface="+mn-cs"/>
      </a:defRPr>
    </a:lvl6pPr>
    <a:lvl7pPr marL="12895457" algn="l" defTabSz="4298486" rtl="0" eaLnBrk="1" latinLnBrk="0" hangingPunct="1">
      <a:defRPr sz="8487" kern="1200">
        <a:solidFill>
          <a:schemeClr val="tx1"/>
        </a:solidFill>
        <a:latin typeface="+mn-lt"/>
        <a:ea typeface="+mn-ea"/>
        <a:cs typeface="+mn-cs"/>
      </a:defRPr>
    </a:lvl7pPr>
    <a:lvl8pPr marL="15044699" algn="l" defTabSz="4298486" rtl="0" eaLnBrk="1" latinLnBrk="0" hangingPunct="1">
      <a:defRPr sz="8487" kern="1200">
        <a:solidFill>
          <a:schemeClr val="tx1"/>
        </a:solidFill>
        <a:latin typeface="+mn-lt"/>
        <a:ea typeface="+mn-ea"/>
        <a:cs typeface="+mn-cs"/>
      </a:defRPr>
    </a:lvl8pPr>
    <a:lvl9pPr marL="17193943" algn="l" defTabSz="4298486" rtl="0" eaLnBrk="1" latinLnBrk="0" hangingPunct="1">
      <a:defRPr sz="8487"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15" userDrawn="1">
          <p15:clr>
            <a:srgbClr val="A4A3A4"/>
          </p15:clr>
        </p15:guide>
        <p15:guide id="2" orient="horz" pos="374" userDrawn="1">
          <p15:clr>
            <a:srgbClr val="A4A3A4"/>
          </p15:clr>
        </p15:guide>
        <p15:guide id="3" orient="horz" pos="26214" userDrawn="1">
          <p15:clr>
            <a:srgbClr val="A4A3A4"/>
          </p15:clr>
        </p15:guide>
        <p15:guide id="4" orient="horz" userDrawn="1">
          <p15:clr>
            <a:srgbClr val="A4A3A4"/>
          </p15:clr>
        </p15:guide>
        <p15:guide id="5" pos="401" userDrawn="1">
          <p15:clr>
            <a:srgbClr val="A4A3A4"/>
          </p15:clr>
        </p15:guide>
        <p15:guide id="6" pos="18672" userDrawn="1">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F48ACD-3F44-467E-A806-ACB8F9E6719E}" v="2" dt="2024-11-08T12:24:05.0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891" autoAdjust="0"/>
    <p:restoredTop sz="94763" autoAdjust="0"/>
  </p:normalViewPr>
  <p:slideViewPr>
    <p:cSldViewPr snapToGrid="0" snapToObjects="1" showGuides="1">
      <p:cViewPr>
        <p:scale>
          <a:sx n="25" d="100"/>
          <a:sy n="25" d="100"/>
        </p:scale>
        <p:origin x="1786" y="34"/>
      </p:cViewPr>
      <p:guideLst>
        <p:guide orient="horz" pos="4315"/>
        <p:guide orient="horz" pos="374"/>
        <p:guide orient="horz" pos="26214"/>
        <p:guide orient="horz"/>
        <p:guide pos="401"/>
        <p:guide pos="1867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97" d="100"/>
          <a:sy n="97" d="100"/>
        </p:scale>
        <p:origin x="4328" y="200"/>
      </p:cViewPr>
      <p:guideLst>
        <p:guide orient="horz" pos="3224"/>
        <p:guide pos="223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commentAuthors" Target="commentAuthors.xml"/><Relationship Id="rId11" Type="http://schemas.microsoft.com/office/2016/11/relationships/changesInfo" Target="changesInfos/changesInfo1.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LUWATOSIN ALABI" userId="55cd164168562cfa" providerId="LiveId" clId="{23F48ACD-3F44-467E-A806-ACB8F9E6719E}"/>
    <pc:docChg chg="custSel modSld">
      <pc:chgData name="OLUWATOSIN ALABI" userId="55cd164168562cfa" providerId="LiveId" clId="{23F48ACD-3F44-467E-A806-ACB8F9E6719E}" dt="2024-11-08T12:24:17.335" v="38" actId="20577"/>
      <pc:docMkLst>
        <pc:docMk/>
      </pc:docMkLst>
      <pc:sldChg chg="modSp mod">
        <pc:chgData name="OLUWATOSIN ALABI" userId="55cd164168562cfa" providerId="LiveId" clId="{23F48ACD-3F44-467E-A806-ACB8F9E6719E}" dt="2024-11-08T12:24:17.335" v="38" actId="20577"/>
        <pc:sldMkLst>
          <pc:docMk/>
          <pc:sldMk cId="3299181156" sldId="258"/>
        </pc:sldMkLst>
        <pc:spChg chg="mod">
          <ac:chgData name="OLUWATOSIN ALABI" userId="55cd164168562cfa" providerId="LiveId" clId="{23F48ACD-3F44-467E-A806-ACB8F9E6719E}" dt="2024-11-08T12:24:17.335" v="38" actId="20577"/>
          <ac:spMkLst>
            <pc:docMk/>
            <pc:sldMk cId="3299181156" sldId="258"/>
            <ac:spMk id="2" creationId="{ED5E1057-F6A8-3B9E-386D-F62A7F01C282}"/>
          </ac:spMkLst>
        </pc:spChg>
      </pc:sldChg>
    </pc:docChg>
  </pc:docChgLst>
  <pc:docChgLst>
    <pc:chgData name="OLUWATOSIN ALABI" userId="55cd164168562cfa" providerId="LiveId" clId="{3982F9A6-57F7-4B0C-8DE5-4E69B0DF7ACC}"/>
    <pc:docChg chg="undo redo custSel modSld">
      <pc:chgData name="OLUWATOSIN ALABI" userId="55cd164168562cfa" providerId="LiveId" clId="{3982F9A6-57F7-4B0C-8DE5-4E69B0DF7ACC}" dt="2024-08-12T20:53:39.494" v="761" actId="1076"/>
      <pc:docMkLst>
        <pc:docMk/>
      </pc:docMkLst>
      <pc:sldChg chg="addSp delSp modSp mod">
        <pc:chgData name="OLUWATOSIN ALABI" userId="55cd164168562cfa" providerId="LiveId" clId="{3982F9A6-57F7-4B0C-8DE5-4E69B0DF7ACC}" dt="2024-08-12T20:53:39.494" v="761" actId="1076"/>
        <pc:sldMkLst>
          <pc:docMk/>
          <pc:sldMk cId="3299181156" sldId="258"/>
        </pc:sldMkLst>
        <pc:spChg chg="add mod">
          <ac:chgData name="OLUWATOSIN ALABI" userId="55cd164168562cfa" providerId="LiveId" clId="{3982F9A6-57F7-4B0C-8DE5-4E69B0DF7ACC}" dt="2024-08-12T20:22:37.487" v="66" actId="113"/>
          <ac:spMkLst>
            <pc:docMk/>
            <pc:sldMk cId="3299181156" sldId="258"/>
            <ac:spMk id="9" creationId="{38B610B5-27A6-0E99-4587-B47813BDC7C9}"/>
          </ac:spMkLst>
        </pc:spChg>
        <pc:spChg chg="add mod">
          <ac:chgData name="OLUWATOSIN ALABI" userId="55cd164168562cfa" providerId="LiveId" clId="{3982F9A6-57F7-4B0C-8DE5-4E69B0DF7ACC}" dt="2024-08-12T20:23:40.909" v="84" actId="14100"/>
          <ac:spMkLst>
            <pc:docMk/>
            <pc:sldMk cId="3299181156" sldId="258"/>
            <ac:spMk id="10" creationId="{C4C07FC9-FA82-5AF1-3085-6C3DAE080C24}"/>
          </ac:spMkLst>
        </pc:spChg>
        <pc:spChg chg="mod">
          <ac:chgData name="OLUWATOSIN ALABI" userId="55cd164168562cfa" providerId="LiveId" clId="{3982F9A6-57F7-4B0C-8DE5-4E69B0DF7ACC}" dt="2024-08-12T20:27:20.450" v="125" actId="20577"/>
          <ac:spMkLst>
            <pc:docMk/>
            <pc:sldMk cId="3299181156" sldId="258"/>
            <ac:spMk id="12" creationId="{53EF7AD7-7FB9-DC30-D482-3046D7CBF11C}"/>
          </ac:spMkLst>
        </pc:spChg>
        <pc:spChg chg="del">
          <ac:chgData name="OLUWATOSIN ALABI" userId="55cd164168562cfa" providerId="LiveId" clId="{3982F9A6-57F7-4B0C-8DE5-4E69B0DF7ACC}" dt="2024-08-12T20:45:06.177" v="455" actId="478"/>
          <ac:spMkLst>
            <pc:docMk/>
            <pc:sldMk cId="3299181156" sldId="258"/>
            <ac:spMk id="13" creationId="{F01FCFC4-8070-94FE-EC0B-D4E7781BFB32}"/>
          </ac:spMkLst>
        </pc:spChg>
        <pc:spChg chg="mod">
          <ac:chgData name="OLUWATOSIN ALABI" userId="55cd164168562cfa" providerId="LiveId" clId="{3982F9A6-57F7-4B0C-8DE5-4E69B0DF7ACC}" dt="2024-08-12T20:31:18.796" v="183" actId="1076"/>
          <ac:spMkLst>
            <pc:docMk/>
            <pc:sldMk cId="3299181156" sldId="258"/>
            <ac:spMk id="14" creationId="{5858F582-A0AE-63E4-E7E2-D7CBCDBC769D}"/>
          </ac:spMkLst>
        </pc:spChg>
        <pc:spChg chg="mod">
          <ac:chgData name="OLUWATOSIN ALABI" userId="55cd164168562cfa" providerId="LiveId" clId="{3982F9A6-57F7-4B0C-8DE5-4E69B0DF7ACC}" dt="2024-08-12T20:29:03.862" v="135" actId="1076"/>
          <ac:spMkLst>
            <pc:docMk/>
            <pc:sldMk cId="3299181156" sldId="258"/>
            <ac:spMk id="15" creationId="{5AAC9A73-2906-57FF-D1DD-F2F203739357}"/>
          </ac:spMkLst>
        </pc:spChg>
        <pc:spChg chg="add mod">
          <ac:chgData name="OLUWATOSIN ALABI" userId="55cd164168562cfa" providerId="LiveId" clId="{3982F9A6-57F7-4B0C-8DE5-4E69B0DF7ACC}" dt="2024-08-12T20:22:58.313" v="69"/>
          <ac:spMkLst>
            <pc:docMk/>
            <pc:sldMk cId="3299181156" sldId="258"/>
            <ac:spMk id="16" creationId="{F235106D-D8E8-481D-2CC5-4010CB3CFCCD}"/>
          </ac:spMkLst>
        </pc:spChg>
        <pc:spChg chg="mod">
          <ac:chgData name="OLUWATOSIN ALABI" userId="55cd164168562cfa" providerId="LiveId" clId="{3982F9A6-57F7-4B0C-8DE5-4E69B0DF7ACC}" dt="2024-08-12T20:12:18.790" v="3" actId="1076"/>
          <ac:spMkLst>
            <pc:docMk/>
            <pc:sldMk cId="3299181156" sldId="258"/>
            <ac:spMk id="17" creationId="{31D7EC91-59DD-6856-DE95-3E2EFC0EFBAF}"/>
          </ac:spMkLst>
        </pc:spChg>
        <pc:spChg chg="del mod">
          <ac:chgData name="OLUWATOSIN ALABI" userId="55cd164168562cfa" providerId="LiveId" clId="{3982F9A6-57F7-4B0C-8DE5-4E69B0DF7ACC}" dt="2024-08-12T20:28:56.254" v="133" actId="478"/>
          <ac:spMkLst>
            <pc:docMk/>
            <pc:sldMk cId="3299181156" sldId="258"/>
            <ac:spMk id="18" creationId="{6DE9B57C-ADC1-92E7-E9D1-FE78B59E2137}"/>
          </ac:spMkLst>
        </pc:spChg>
        <pc:spChg chg="del mod">
          <ac:chgData name="OLUWATOSIN ALABI" userId="55cd164168562cfa" providerId="LiveId" clId="{3982F9A6-57F7-4B0C-8DE5-4E69B0DF7ACC}" dt="2024-08-12T20:28:54.465" v="132" actId="478"/>
          <ac:spMkLst>
            <pc:docMk/>
            <pc:sldMk cId="3299181156" sldId="258"/>
            <ac:spMk id="21" creationId="{6F298415-28A1-7F0E-E1A2-1F1FFE7E4114}"/>
          </ac:spMkLst>
        </pc:spChg>
        <pc:spChg chg="del">
          <ac:chgData name="OLUWATOSIN ALABI" userId="55cd164168562cfa" providerId="LiveId" clId="{3982F9A6-57F7-4B0C-8DE5-4E69B0DF7ACC}" dt="2024-08-12T20:37:15.116" v="202" actId="478"/>
          <ac:spMkLst>
            <pc:docMk/>
            <pc:sldMk cId="3299181156" sldId="258"/>
            <ac:spMk id="23" creationId="{43342722-16AF-0BB8-0C92-3F3998181FEA}"/>
          </ac:spMkLst>
        </pc:spChg>
        <pc:spChg chg="mod">
          <ac:chgData name="OLUWATOSIN ALABI" userId="55cd164168562cfa" providerId="LiveId" clId="{3982F9A6-57F7-4B0C-8DE5-4E69B0DF7ACC}" dt="2024-08-12T20:30:21.116" v="146" actId="20577"/>
          <ac:spMkLst>
            <pc:docMk/>
            <pc:sldMk cId="3299181156" sldId="258"/>
            <ac:spMk id="24" creationId="{569E3E75-B54B-6CE6-6497-0FDC5DAEFA2A}"/>
          </ac:spMkLst>
        </pc:spChg>
        <pc:spChg chg="mod">
          <ac:chgData name="OLUWATOSIN ALABI" userId="55cd164168562cfa" providerId="LiveId" clId="{3982F9A6-57F7-4B0C-8DE5-4E69B0DF7ACC}" dt="2024-08-12T20:41:56.363" v="323" actId="6549"/>
          <ac:spMkLst>
            <pc:docMk/>
            <pc:sldMk cId="3299181156" sldId="258"/>
            <ac:spMk id="26" creationId="{25B35FEA-DBAF-19A8-8FF8-BB44CA57FDD6}"/>
          </ac:spMkLst>
        </pc:spChg>
        <pc:spChg chg="del">
          <ac:chgData name="OLUWATOSIN ALABI" userId="55cd164168562cfa" providerId="LiveId" clId="{3982F9A6-57F7-4B0C-8DE5-4E69B0DF7ACC}" dt="2024-08-12T20:38:33.847" v="206" actId="478"/>
          <ac:spMkLst>
            <pc:docMk/>
            <pc:sldMk cId="3299181156" sldId="258"/>
            <ac:spMk id="28" creationId="{A48DC32B-D5BD-5C2A-1B71-738FA3FE6828}"/>
          </ac:spMkLst>
        </pc:spChg>
        <pc:spChg chg="mod">
          <ac:chgData name="OLUWATOSIN ALABI" userId="55cd164168562cfa" providerId="LiveId" clId="{3982F9A6-57F7-4B0C-8DE5-4E69B0DF7ACC}" dt="2024-08-12T20:43:02.169" v="330" actId="20577"/>
          <ac:spMkLst>
            <pc:docMk/>
            <pc:sldMk cId="3299181156" sldId="258"/>
            <ac:spMk id="31" creationId="{52EACCA2-0244-1F5C-CAA2-10CCB2BE3DCA}"/>
          </ac:spMkLst>
        </pc:spChg>
        <pc:spChg chg="del mod">
          <ac:chgData name="OLUWATOSIN ALABI" userId="55cd164168562cfa" providerId="LiveId" clId="{3982F9A6-57F7-4B0C-8DE5-4E69B0DF7ACC}" dt="2024-08-12T20:40:06.940" v="220" actId="478"/>
          <ac:spMkLst>
            <pc:docMk/>
            <pc:sldMk cId="3299181156" sldId="258"/>
            <ac:spMk id="32" creationId="{D719E5CF-23F1-3BCA-F6EB-4403B096D029}"/>
          </ac:spMkLst>
        </pc:spChg>
        <pc:spChg chg="mod">
          <ac:chgData name="OLUWATOSIN ALABI" userId="55cd164168562cfa" providerId="LiveId" clId="{3982F9A6-57F7-4B0C-8DE5-4E69B0DF7ACC}" dt="2024-08-12T20:44:48.169" v="449" actId="20577"/>
          <ac:spMkLst>
            <pc:docMk/>
            <pc:sldMk cId="3299181156" sldId="258"/>
            <ac:spMk id="33" creationId="{0DAAF726-EFC8-68F6-EA03-684FD0097FC3}"/>
          </ac:spMkLst>
        </pc:spChg>
        <pc:spChg chg="del">
          <ac:chgData name="OLUWATOSIN ALABI" userId="55cd164168562cfa" providerId="LiveId" clId="{3982F9A6-57F7-4B0C-8DE5-4E69B0DF7ACC}" dt="2024-08-12T20:45:02.333" v="453" actId="478"/>
          <ac:spMkLst>
            <pc:docMk/>
            <pc:sldMk cId="3299181156" sldId="258"/>
            <ac:spMk id="34" creationId="{EC945818-D61A-C5A3-302A-425AA5C65EAC}"/>
          </ac:spMkLst>
        </pc:spChg>
        <pc:spChg chg="mod">
          <ac:chgData name="OLUWATOSIN ALABI" userId="55cd164168562cfa" providerId="LiveId" clId="{3982F9A6-57F7-4B0C-8DE5-4E69B0DF7ACC}" dt="2024-08-12T20:45:39.099" v="458" actId="1076"/>
          <ac:spMkLst>
            <pc:docMk/>
            <pc:sldMk cId="3299181156" sldId="258"/>
            <ac:spMk id="38" creationId="{72D7208F-3555-B7C8-D217-6E4BA3E3FCC3}"/>
          </ac:spMkLst>
        </pc:spChg>
        <pc:spChg chg="add mod">
          <ac:chgData name="OLUWATOSIN ALABI" userId="55cd164168562cfa" providerId="LiveId" clId="{3982F9A6-57F7-4B0C-8DE5-4E69B0DF7ACC}" dt="2024-08-12T20:31:13.362" v="182" actId="20577"/>
          <ac:spMkLst>
            <pc:docMk/>
            <pc:sldMk cId="3299181156" sldId="258"/>
            <ac:spMk id="40" creationId="{C2EAEFF5-EB93-7F75-69E1-7B99471A2CA0}"/>
          </ac:spMkLst>
        </pc:spChg>
        <pc:spChg chg="del">
          <ac:chgData name="OLUWATOSIN ALABI" userId="55cd164168562cfa" providerId="LiveId" clId="{3982F9A6-57F7-4B0C-8DE5-4E69B0DF7ACC}" dt="2024-08-12T20:45:07.593" v="456" actId="478"/>
          <ac:spMkLst>
            <pc:docMk/>
            <pc:sldMk cId="3299181156" sldId="258"/>
            <ac:spMk id="49" creationId="{9543231A-FE12-D9E5-8FD7-0C9CFBDABC38}"/>
          </ac:spMkLst>
        </pc:spChg>
        <pc:spChg chg="del">
          <ac:chgData name="OLUWATOSIN ALABI" userId="55cd164168562cfa" providerId="LiveId" clId="{3982F9A6-57F7-4B0C-8DE5-4E69B0DF7ACC}" dt="2024-08-12T20:45:10.119" v="457" actId="478"/>
          <ac:spMkLst>
            <pc:docMk/>
            <pc:sldMk cId="3299181156" sldId="258"/>
            <ac:spMk id="52" creationId="{19E2D54B-0F14-D843-C881-69C91DD09FB4}"/>
          </ac:spMkLst>
        </pc:spChg>
        <pc:spChg chg="add mod">
          <ac:chgData name="OLUWATOSIN ALABI" userId="55cd164168562cfa" providerId="LiveId" clId="{3982F9A6-57F7-4B0C-8DE5-4E69B0DF7ACC}" dt="2024-08-12T20:52:42.211" v="754" actId="6549"/>
          <ac:spMkLst>
            <pc:docMk/>
            <pc:sldMk cId="3299181156" sldId="258"/>
            <ac:spMk id="63" creationId="{237B8605-26C6-42A9-CCFD-058367F32435}"/>
          </ac:spMkLst>
        </pc:spChg>
        <pc:spChg chg="add mod">
          <ac:chgData name="OLUWATOSIN ALABI" userId="55cd164168562cfa" providerId="LiveId" clId="{3982F9A6-57F7-4B0C-8DE5-4E69B0DF7ACC}" dt="2024-08-12T20:43:14.302" v="348" actId="20577"/>
          <ac:spMkLst>
            <pc:docMk/>
            <pc:sldMk cId="3299181156" sldId="258"/>
            <ac:spMk id="65" creationId="{6A690E18-03C8-39AB-C20D-6F0B26EF1053}"/>
          </ac:spMkLst>
        </pc:spChg>
        <pc:spChg chg="add mod">
          <ac:chgData name="OLUWATOSIN ALABI" userId="55cd164168562cfa" providerId="LiveId" clId="{3982F9A6-57F7-4B0C-8DE5-4E69B0DF7ACC}" dt="2024-08-12T20:48:08.434" v="507" actId="6549"/>
          <ac:spMkLst>
            <pc:docMk/>
            <pc:sldMk cId="3299181156" sldId="258"/>
            <ac:spMk id="66" creationId="{EAEBC436-03C5-76E7-D487-7147EA7B7DC6}"/>
          </ac:spMkLst>
        </pc:spChg>
        <pc:spChg chg="add mod">
          <ac:chgData name="OLUWATOSIN ALABI" userId="55cd164168562cfa" providerId="LiveId" clId="{3982F9A6-57F7-4B0C-8DE5-4E69B0DF7ACC}" dt="2024-08-12T20:49:07.413" v="613" actId="20577"/>
          <ac:spMkLst>
            <pc:docMk/>
            <pc:sldMk cId="3299181156" sldId="258"/>
            <ac:spMk id="67" creationId="{82DB3FC9-E95D-B7FA-3C40-7AD34CD16C81}"/>
          </ac:spMkLst>
        </pc:spChg>
        <pc:spChg chg="add mod">
          <ac:chgData name="OLUWATOSIN ALABI" userId="55cd164168562cfa" providerId="LiveId" clId="{3982F9A6-57F7-4B0C-8DE5-4E69B0DF7ACC}" dt="2024-08-12T20:51:25.519" v="726" actId="1076"/>
          <ac:spMkLst>
            <pc:docMk/>
            <pc:sldMk cId="3299181156" sldId="258"/>
            <ac:spMk id="69" creationId="{CD2C6CFD-9D06-4B71-C0B1-5D8BA3BF35C1}"/>
          </ac:spMkLst>
        </pc:spChg>
        <pc:spChg chg="add mod">
          <ac:chgData name="OLUWATOSIN ALABI" userId="55cd164168562cfa" providerId="LiveId" clId="{3982F9A6-57F7-4B0C-8DE5-4E69B0DF7ACC}" dt="2024-08-12T20:53:39.494" v="761" actId="1076"/>
          <ac:spMkLst>
            <pc:docMk/>
            <pc:sldMk cId="3299181156" sldId="258"/>
            <ac:spMk id="70" creationId="{7C72B0AA-CAFE-77AB-A0F6-A61BEA3E22AC}"/>
          </ac:spMkLst>
        </pc:spChg>
        <pc:spChg chg="add del mod">
          <ac:chgData name="OLUWATOSIN ALABI" userId="55cd164168562cfa" providerId="LiveId" clId="{3982F9A6-57F7-4B0C-8DE5-4E69B0DF7ACC}" dt="2024-08-12T20:50:33.267" v="666" actId="22"/>
          <ac:spMkLst>
            <pc:docMk/>
            <pc:sldMk cId="3299181156" sldId="258"/>
            <ac:spMk id="72" creationId="{626CA2AA-BE25-8169-959A-1356C2518CE5}"/>
          </ac:spMkLst>
        </pc:spChg>
        <pc:spChg chg="add mod">
          <ac:chgData name="OLUWATOSIN ALABI" userId="55cd164168562cfa" providerId="LiveId" clId="{3982F9A6-57F7-4B0C-8DE5-4E69B0DF7ACC}" dt="2024-08-12T20:53:39.494" v="761" actId="1076"/>
          <ac:spMkLst>
            <pc:docMk/>
            <pc:sldMk cId="3299181156" sldId="258"/>
            <ac:spMk id="73" creationId="{D79028AD-3E90-9F28-D6EF-56363BE87A8B}"/>
          </ac:spMkLst>
        </pc:spChg>
        <pc:graphicFrameChg chg="del">
          <ac:chgData name="OLUWATOSIN ALABI" userId="55cd164168562cfa" providerId="LiveId" clId="{3982F9A6-57F7-4B0C-8DE5-4E69B0DF7ACC}" dt="2024-08-12T20:26:47.893" v="103" actId="478"/>
          <ac:graphicFrameMkLst>
            <pc:docMk/>
            <pc:sldMk cId="3299181156" sldId="258"/>
            <ac:graphicFrameMk id="25" creationId="{F257DDE5-019C-D4BC-13BF-8F8AE24A2C4F}"/>
          </ac:graphicFrameMkLst>
        </pc:graphicFrameChg>
        <pc:graphicFrameChg chg="del">
          <ac:chgData name="OLUWATOSIN ALABI" userId="55cd164168562cfa" providerId="LiveId" clId="{3982F9A6-57F7-4B0C-8DE5-4E69B0DF7ACC}" dt="2024-08-12T20:36:22.734" v="194" actId="478"/>
          <ac:graphicFrameMkLst>
            <pc:docMk/>
            <pc:sldMk cId="3299181156" sldId="258"/>
            <ac:graphicFrameMk id="36" creationId="{A559ADF6-B959-69B8-D0B9-794975958980}"/>
          </ac:graphicFrameMkLst>
        </pc:graphicFrameChg>
        <pc:graphicFrameChg chg="del">
          <ac:chgData name="OLUWATOSIN ALABI" userId="55cd164168562cfa" providerId="LiveId" clId="{3982F9A6-57F7-4B0C-8DE5-4E69B0DF7ACC}" dt="2024-08-12T20:36:22.734" v="194" actId="478"/>
          <ac:graphicFrameMkLst>
            <pc:docMk/>
            <pc:sldMk cId="3299181156" sldId="258"/>
            <ac:graphicFrameMk id="39" creationId="{2172392F-5B59-363F-7D3C-11BB4E14A1F1}"/>
          </ac:graphicFrameMkLst>
        </pc:graphicFrameChg>
        <pc:graphicFrameChg chg="del">
          <ac:chgData name="OLUWATOSIN ALABI" userId="55cd164168562cfa" providerId="LiveId" clId="{3982F9A6-57F7-4B0C-8DE5-4E69B0DF7ACC}" dt="2024-08-12T20:36:22.734" v="194" actId="478"/>
          <ac:graphicFrameMkLst>
            <pc:docMk/>
            <pc:sldMk cId="3299181156" sldId="258"/>
            <ac:graphicFrameMk id="46" creationId="{8D73435E-1709-3B56-EBB6-B01EA4C5D06F}"/>
          </ac:graphicFrameMkLst>
        </pc:graphicFrameChg>
        <pc:picChg chg="del">
          <ac:chgData name="OLUWATOSIN ALABI" userId="55cd164168562cfa" providerId="LiveId" clId="{3982F9A6-57F7-4B0C-8DE5-4E69B0DF7ACC}" dt="2024-08-12T20:39:58.027" v="217" actId="478"/>
          <ac:picMkLst>
            <pc:docMk/>
            <pc:sldMk cId="3299181156" sldId="258"/>
            <ac:picMk id="6" creationId="{52F5A301-B3F8-EB33-0CE2-1AD679CBC6C1}"/>
          </ac:picMkLst>
        </pc:picChg>
        <pc:picChg chg="add mod">
          <ac:chgData name="OLUWATOSIN ALABI" userId="55cd164168562cfa" providerId="LiveId" clId="{3982F9A6-57F7-4B0C-8DE5-4E69B0DF7ACC}" dt="2024-08-12T20:13:16.437" v="13" actId="14100"/>
          <ac:picMkLst>
            <pc:docMk/>
            <pc:sldMk cId="3299181156" sldId="258"/>
            <ac:picMk id="7" creationId="{3755A590-BE95-1106-F7E9-EA5EBA496A1A}"/>
          </ac:picMkLst>
        </pc:picChg>
        <pc:picChg chg="del">
          <ac:chgData name="OLUWATOSIN ALABI" userId="55cd164168562cfa" providerId="LiveId" clId="{3982F9A6-57F7-4B0C-8DE5-4E69B0DF7ACC}" dt="2024-08-12T20:39:58.027" v="217" actId="478"/>
          <ac:picMkLst>
            <pc:docMk/>
            <pc:sldMk cId="3299181156" sldId="258"/>
            <ac:picMk id="8" creationId="{E8E467A9-B76A-FA26-0EF4-BF17B43FE327}"/>
          </ac:picMkLst>
        </pc:picChg>
        <pc:picChg chg="del">
          <ac:chgData name="OLUWATOSIN ALABI" userId="55cd164168562cfa" providerId="LiveId" clId="{3982F9A6-57F7-4B0C-8DE5-4E69B0DF7ACC}" dt="2024-08-12T20:45:04.435" v="454" actId="478"/>
          <ac:picMkLst>
            <pc:docMk/>
            <pc:sldMk cId="3299181156" sldId="258"/>
            <ac:picMk id="11" creationId="{2CD4E51C-8D7D-DB99-7C61-F908D8073F15}"/>
          </ac:picMkLst>
        </pc:picChg>
        <pc:picChg chg="add del">
          <ac:chgData name="OLUWATOSIN ALABI" userId="55cd164168562cfa" providerId="LiveId" clId="{3982F9A6-57F7-4B0C-8DE5-4E69B0DF7ACC}" dt="2024-08-12T20:25:38.765" v="87" actId="478"/>
          <ac:picMkLst>
            <pc:docMk/>
            <pc:sldMk cId="3299181156" sldId="258"/>
            <ac:picMk id="20" creationId="{70ED1A5A-9A16-BA80-AF40-A3DC20B5334E}"/>
          </ac:picMkLst>
        </pc:picChg>
        <pc:picChg chg="add mod">
          <ac:chgData name="OLUWATOSIN ALABI" userId="55cd164168562cfa" providerId="LiveId" clId="{3982F9A6-57F7-4B0C-8DE5-4E69B0DF7ACC}" dt="2024-08-12T20:28:59.525" v="134" actId="14100"/>
          <ac:picMkLst>
            <pc:docMk/>
            <pc:sldMk cId="3299181156" sldId="258"/>
            <ac:picMk id="27" creationId="{4BA49582-876B-4E25-0D1C-DBA1445E2F5D}"/>
          </ac:picMkLst>
        </pc:picChg>
        <pc:picChg chg="add del">
          <ac:chgData name="OLUWATOSIN ALABI" userId="55cd164168562cfa" providerId="LiveId" clId="{3982F9A6-57F7-4B0C-8DE5-4E69B0DF7ACC}" dt="2024-08-12T20:31:40.181" v="186" actId="478"/>
          <ac:picMkLst>
            <pc:docMk/>
            <pc:sldMk cId="3299181156" sldId="258"/>
            <ac:picMk id="29" creationId="{ADCFDAA8-C006-DFCE-F11F-E3F1863A85E0}"/>
          </ac:picMkLst>
        </pc:picChg>
        <pc:picChg chg="add mod">
          <ac:chgData name="OLUWATOSIN ALABI" userId="55cd164168562cfa" providerId="LiveId" clId="{3982F9A6-57F7-4B0C-8DE5-4E69B0DF7ACC}" dt="2024-08-12T20:30:47.701" v="151" actId="14100"/>
          <ac:picMkLst>
            <pc:docMk/>
            <pc:sldMk cId="3299181156" sldId="258"/>
            <ac:picMk id="35" creationId="{5CDAFAB6-D379-3CEA-6820-809406A9E3AE}"/>
          </ac:picMkLst>
        </pc:picChg>
        <pc:picChg chg="add del mod">
          <ac:chgData name="OLUWATOSIN ALABI" userId="55cd164168562cfa" providerId="LiveId" clId="{3982F9A6-57F7-4B0C-8DE5-4E69B0DF7ACC}" dt="2024-08-12T20:44:51.161" v="450" actId="1076"/>
          <ac:picMkLst>
            <pc:docMk/>
            <pc:sldMk cId="3299181156" sldId="258"/>
            <ac:picMk id="37" creationId="{856838DA-4625-1D2C-47B9-4C867840B713}"/>
          </ac:picMkLst>
        </pc:picChg>
        <pc:picChg chg="add mod">
          <ac:chgData name="OLUWATOSIN ALABI" userId="55cd164168562cfa" providerId="LiveId" clId="{3982F9A6-57F7-4B0C-8DE5-4E69B0DF7ACC}" dt="2024-08-12T20:31:46.861" v="189" actId="14100"/>
          <ac:picMkLst>
            <pc:docMk/>
            <pc:sldMk cId="3299181156" sldId="258"/>
            <ac:picMk id="42" creationId="{A5827933-DF7C-CED4-CE3E-6DAE3261C053}"/>
          </ac:picMkLst>
        </pc:picChg>
        <pc:picChg chg="del">
          <ac:chgData name="OLUWATOSIN ALABI" userId="55cd164168562cfa" providerId="LiveId" clId="{3982F9A6-57F7-4B0C-8DE5-4E69B0DF7ACC}" dt="2024-08-12T20:34:07.539" v="190" actId="478"/>
          <ac:picMkLst>
            <pc:docMk/>
            <pc:sldMk cId="3299181156" sldId="258"/>
            <ac:picMk id="44" creationId="{FBDB6771-28CB-2E6A-2204-72EFF16A145C}"/>
          </ac:picMkLst>
        </pc:picChg>
        <pc:picChg chg="add mod">
          <ac:chgData name="OLUWATOSIN ALABI" userId="55cd164168562cfa" providerId="LiveId" clId="{3982F9A6-57F7-4B0C-8DE5-4E69B0DF7ACC}" dt="2024-08-12T20:34:20.384" v="193" actId="14100"/>
          <ac:picMkLst>
            <pc:docMk/>
            <pc:sldMk cId="3299181156" sldId="258"/>
            <ac:picMk id="45" creationId="{1EE05EA5-2D4F-835F-4CBD-B738B14775B5}"/>
          </ac:picMkLst>
        </pc:picChg>
        <pc:picChg chg="add del">
          <ac:chgData name="OLUWATOSIN ALABI" userId="55cd164168562cfa" providerId="LiveId" clId="{3982F9A6-57F7-4B0C-8DE5-4E69B0DF7ACC}" dt="2024-08-12T20:36:41.737" v="198" actId="478"/>
          <ac:picMkLst>
            <pc:docMk/>
            <pc:sldMk cId="3299181156" sldId="258"/>
            <ac:picMk id="48" creationId="{529D540C-6F6F-8243-8D3F-EE8515CF131F}"/>
          </ac:picMkLst>
        </pc:picChg>
        <pc:picChg chg="add del mod">
          <ac:chgData name="OLUWATOSIN ALABI" userId="55cd164168562cfa" providerId="LiveId" clId="{3982F9A6-57F7-4B0C-8DE5-4E69B0DF7ACC}" dt="2024-08-12T20:37:25.982" v="203" actId="478"/>
          <ac:picMkLst>
            <pc:docMk/>
            <pc:sldMk cId="3299181156" sldId="258"/>
            <ac:picMk id="51" creationId="{3A96E170-691E-42CB-C0A4-370228B9447E}"/>
          </ac:picMkLst>
        </pc:picChg>
        <pc:picChg chg="add mod">
          <ac:chgData name="OLUWATOSIN ALABI" userId="55cd164168562cfa" providerId="LiveId" clId="{3982F9A6-57F7-4B0C-8DE5-4E69B0DF7ACC}" dt="2024-08-12T20:37:57.876" v="205" actId="1076"/>
          <ac:picMkLst>
            <pc:docMk/>
            <pc:sldMk cId="3299181156" sldId="258"/>
            <ac:picMk id="54" creationId="{51EE372F-776A-C59A-45CB-70E7CDE64A22}"/>
          </ac:picMkLst>
        </pc:picChg>
        <pc:picChg chg="del">
          <ac:chgData name="OLUWATOSIN ALABI" userId="55cd164168562cfa" providerId="LiveId" clId="{3982F9A6-57F7-4B0C-8DE5-4E69B0DF7ACC}" dt="2024-08-12T20:37:15.116" v="202" actId="478"/>
          <ac:picMkLst>
            <pc:docMk/>
            <pc:sldMk cId="3299181156" sldId="258"/>
            <ac:picMk id="56" creationId="{B0467951-B43B-FA30-D7EC-15F97C1D0072}"/>
          </ac:picMkLst>
        </pc:picChg>
        <pc:picChg chg="add del mod">
          <ac:chgData name="OLUWATOSIN ALABI" userId="55cd164168562cfa" providerId="LiveId" clId="{3982F9A6-57F7-4B0C-8DE5-4E69B0DF7ACC}" dt="2024-08-12T20:38:43.800" v="211" actId="478"/>
          <ac:picMkLst>
            <pc:docMk/>
            <pc:sldMk cId="3299181156" sldId="258"/>
            <ac:picMk id="57" creationId="{5A071B3F-3381-1039-253B-8158B42D5210}"/>
          </ac:picMkLst>
        </pc:picChg>
        <pc:picChg chg="del">
          <ac:chgData name="OLUWATOSIN ALABI" userId="55cd164168562cfa" providerId="LiveId" clId="{3982F9A6-57F7-4B0C-8DE5-4E69B0DF7ACC}" dt="2024-08-12T20:37:15.116" v="202" actId="478"/>
          <ac:picMkLst>
            <pc:docMk/>
            <pc:sldMk cId="3299181156" sldId="258"/>
            <ac:picMk id="58" creationId="{B002D74F-1C0F-AD21-CDCD-D7EC929498D7}"/>
          </ac:picMkLst>
        </pc:picChg>
        <pc:picChg chg="del">
          <ac:chgData name="OLUWATOSIN ALABI" userId="55cd164168562cfa" providerId="LiveId" clId="{3982F9A6-57F7-4B0C-8DE5-4E69B0DF7ACC}" dt="2024-08-12T20:37:15.116" v="202" actId="478"/>
          <ac:picMkLst>
            <pc:docMk/>
            <pc:sldMk cId="3299181156" sldId="258"/>
            <ac:picMk id="60" creationId="{1C7072E0-AD6C-6012-F9CF-8008CA4E49FD}"/>
          </ac:picMkLst>
        </pc:picChg>
        <pc:picChg chg="add mod">
          <ac:chgData name="OLUWATOSIN ALABI" userId="55cd164168562cfa" providerId="LiveId" clId="{3982F9A6-57F7-4B0C-8DE5-4E69B0DF7ACC}" dt="2024-08-12T20:40:01.309" v="218" actId="1076"/>
          <ac:picMkLst>
            <pc:docMk/>
            <pc:sldMk cId="3299181156" sldId="258"/>
            <ac:picMk id="62" creationId="{8532D9D5-0494-AFC6-ED26-878515970C76}"/>
          </ac:picMkLst>
        </pc:picChg>
        <pc:picChg chg="del">
          <ac:chgData name="OLUWATOSIN ALABI" userId="55cd164168562cfa" providerId="LiveId" clId="{3982F9A6-57F7-4B0C-8DE5-4E69B0DF7ACC}" dt="2024-08-12T20:37:15.116" v="202" actId="478"/>
          <ac:picMkLst>
            <pc:docMk/>
            <pc:sldMk cId="3299181156" sldId="258"/>
            <ac:picMk id="64" creationId="{A716A741-F593-23C7-A0C0-080D770CBE51}"/>
          </ac:picMkLst>
        </pc:picChg>
        <pc:picChg chg="del">
          <ac:chgData name="OLUWATOSIN ALABI" userId="55cd164168562cfa" providerId="LiveId" clId="{3982F9A6-57F7-4B0C-8DE5-4E69B0DF7ACC}" dt="2024-08-12T20:37:15.116" v="202" actId="478"/>
          <ac:picMkLst>
            <pc:docMk/>
            <pc:sldMk cId="3299181156" sldId="258"/>
            <ac:picMk id="68" creationId="{9B6287A8-939B-D276-6587-6B046E0E6556}"/>
          </ac:picMkLst>
        </pc:picChg>
      </pc:sldChg>
    </pc:docChg>
  </pc:docChgLst>
  <pc:docChgLst>
    <pc:chgData name="OLUWATOSIN ALABI" userId="55cd164168562cfa" providerId="LiveId" clId="{7EAEAC7F-B8BC-45EA-B218-C48A13CCC2F6}"/>
    <pc:docChg chg="undo redo custSel modSld modMainMaster modNotesMaster modHandout">
      <pc:chgData name="OLUWATOSIN ALABI" userId="55cd164168562cfa" providerId="LiveId" clId="{7EAEAC7F-B8BC-45EA-B218-C48A13CCC2F6}" dt="2024-05-07T21:11:56.980" v="3361" actId="1076"/>
      <pc:docMkLst>
        <pc:docMk/>
      </pc:docMkLst>
      <pc:sldChg chg="addSp delSp modSp mod">
        <pc:chgData name="OLUWATOSIN ALABI" userId="55cd164168562cfa" providerId="LiveId" clId="{7EAEAC7F-B8BC-45EA-B218-C48A13CCC2F6}" dt="2024-05-07T21:11:56.980" v="3361" actId="1076"/>
        <pc:sldMkLst>
          <pc:docMk/>
          <pc:sldMk cId="3299181156" sldId="258"/>
        </pc:sldMkLst>
        <pc:spChg chg="mod">
          <ac:chgData name="OLUWATOSIN ALABI" userId="55cd164168562cfa" providerId="LiveId" clId="{7EAEAC7F-B8BC-45EA-B218-C48A13CCC2F6}" dt="2024-05-07T21:05:53.882" v="3328" actId="1076"/>
          <ac:spMkLst>
            <pc:docMk/>
            <pc:sldMk cId="3299181156" sldId="258"/>
            <ac:spMk id="2" creationId="{ED5E1057-F6A8-3B9E-386D-F62A7F01C282}"/>
          </ac:spMkLst>
        </pc:spChg>
        <pc:spChg chg="mod">
          <ac:chgData name="OLUWATOSIN ALABI" userId="55cd164168562cfa" providerId="LiveId" clId="{7EAEAC7F-B8BC-45EA-B218-C48A13CCC2F6}" dt="2024-05-07T21:05:53.882" v="3328" actId="1076"/>
          <ac:spMkLst>
            <pc:docMk/>
            <pc:sldMk cId="3299181156" sldId="258"/>
            <ac:spMk id="3" creationId="{3CD0AAB7-052A-9DB0-26C9-93018D7511B0}"/>
          </ac:spMkLst>
        </pc:spChg>
        <pc:spChg chg="mod">
          <ac:chgData name="OLUWATOSIN ALABI" userId="55cd164168562cfa" providerId="LiveId" clId="{7EAEAC7F-B8BC-45EA-B218-C48A13CCC2F6}" dt="2024-05-07T21:05:53.882" v="3328" actId="1076"/>
          <ac:spMkLst>
            <pc:docMk/>
            <pc:sldMk cId="3299181156" sldId="258"/>
            <ac:spMk id="4" creationId="{6617DBE1-FD59-8682-BDBD-30DA579A0F1C}"/>
          </ac:spMkLst>
        </pc:spChg>
        <pc:spChg chg="del mod">
          <ac:chgData name="OLUWATOSIN ALABI" userId="55cd164168562cfa" providerId="LiveId" clId="{7EAEAC7F-B8BC-45EA-B218-C48A13CCC2F6}" dt="2024-05-07T17:43:11.271" v="1450" actId="478"/>
          <ac:spMkLst>
            <pc:docMk/>
            <pc:sldMk cId="3299181156" sldId="258"/>
            <ac:spMk id="5" creationId="{A4290719-C296-47E9-339C-EF76C7A901E2}"/>
          </ac:spMkLst>
        </pc:spChg>
        <pc:spChg chg="del">
          <ac:chgData name="OLUWATOSIN ALABI" userId="55cd164168562cfa" providerId="LiveId" clId="{7EAEAC7F-B8BC-45EA-B218-C48A13CCC2F6}" dt="2024-05-07T17:43:11.271" v="1450" actId="478"/>
          <ac:spMkLst>
            <pc:docMk/>
            <pc:sldMk cId="3299181156" sldId="258"/>
            <ac:spMk id="6" creationId="{9E35BD99-B81F-C55A-FA6F-B45691C71062}"/>
          </ac:spMkLst>
        </pc:spChg>
        <pc:spChg chg="del">
          <ac:chgData name="OLUWATOSIN ALABI" userId="55cd164168562cfa" providerId="LiveId" clId="{7EAEAC7F-B8BC-45EA-B218-C48A13CCC2F6}" dt="2024-05-07T17:43:19.826" v="1451" actId="478"/>
          <ac:spMkLst>
            <pc:docMk/>
            <pc:sldMk cId="3299181156" sldId="258"/>
            <ac:spMk id="7" creationId="{E13D49D6-F018-6F56-7841-3193F93D8952}"/>
          </ac:spMkLst>
        </pc:spChg>
        <pc:spChg chg="del">
          <ac:chgData name="OLUWATOSIN ALABI" userId="55cd164168562cfa" providerId="LiveId" clId="{7EAEAC7F-B8BC-45EA-B218-C48A13CCC2F6}" dt="2024-05-07T17:43:19.826" v="1451" actId="478"/>
          <ac:spMkLst>
            <pc:docMk/>
            <pc:sldMk cId="3299181156" sldId="258"/>
            <ac:spMk id="8" creationId="{2158EC1E-0B0E-F949-158C-5BE98E51E146}"/>
          </ac:spMkLst>
        </pc:spChg>
        <pc:spChg chg="del">
          <ac:chgData name="OLUWATOSIN ALABI" userId="55cd164168562cfa" providerId="LiveId" clId="{7EAEAC7F-B8BC-45EA-B218-C48A13CCC2F6}" dt="2024-05-07T17:43:26.797" v="1452" actId="478"/>
          <ac:spMkLst>
            <pc:docMk/>
            <pc:sldMk cId="3299181156" sldId="258"/>
            <ac:spMk id="9" creationId="{04D19484-47BC-37FE-0A45-0AA9A7A3EF7D}"/>
          </ac:spMkLst>
        </pc:spChg>
        <pc:spChg chg="del">
          <ac:chgData name="OLUWATOSIN ALABI" userId="55cd164168562cfa" providerId="LiveId" clId="{7EAEAC7F-B8BC-45EA-B218-C48A13CCC2F6}" dt="2024-05-07T17:43:26.797" v="1452" actId="478"/>
          <ac:spMkLst>
            <pc:docMk/>
            <pc:sldMk cId="3299181156" sldId="258"/>
            <ac:spMk id="10" creationId="{C6203B07-DFE1-A235-F91E-3F2E7200AAE1}"/>
          </ac:spMkLst>
        </pc:spChg>
        <pc:spChg chg="del mod">
          <ac:chgData name="OLUWATOSIN ALABI" userId="55cd164168562cfa" providerId="LiveId" clId="{7EAEAC7F-B8BC-45EA-B218-C48A13CCC2F6}" dt="2024-05-07T16:52:53.882" v="374" actId="478"/>
          <ac:spMkLst>
            <pc:docMk/>
            <pc:sldMk cId="3299181156" sldId="258"/>
            <ac:spMk id="11" creationId="{A6E43549-086B-F367-AD5C-9F69B6024881}"/>
          </ac:spMkLst>
        </pc:spChg>
        <pc:spChg chg="add mod">
          <ac:chgData name="OLUWATOSIN ALABI" userId="55cd164168562cfa" providerId="LiveId" clId="{7EAEAC7F-B8BC-45EA-B218-C48A13CCC2F6}" dt="2024-05-07T21:05:53.882" v="3328" actId="1076"/>
          <ac:spMkLst>
            <pc:docMk/>
            <pc:sldMk cId="3299181156" sldId="258"/>
            <ac:spMk id="12" creationId="{53EF7AD7-7FB9-DC30-D482-3046D7CBF11C}"/>
          </ac:spMkLst>
        </pc:spChg>
        <pc:spChg chg="add mod">
          <ac:chgData name="OLUWATOSIN ALABI" userId="55cd164168562cfa" providerId="LiveId" clId="{7EAEAC7F-B8BC-45EA-B218-C48A13CCC2F6}" dt="2024-05-07T21:05:53.882" v="3328" actId="1076"/>
          <ac:spMkLst>
            <pc:docMk/>
            <pc:sldMk cId="3299181156" sldId="258"/>
            <ac:spMk id="13" creationId="{F01FCFC4-8070-94FE-EC0B-D4E7781BFB32}"/>
          </ac:spMkLst>
        </pc:spChg>
        <pc:spChg chg="add mod">
          <ac:chgData name="OLUWATOSIN ALABI" userId="55cd164168562cfa" providerId="LiveId" clId="{7EAEAC7F-B8BC-45EA-B218-C48A13CCC2F6}" dt="2024-05-07T21:05:53.882" v="3328" actId="1076"/>
          <ac:spMkLst>
            <pc:docMk/>
            <pc:sldMk cId="3299181156" sldId="258"/>
            <ac:spMk id="14" creationId="{5858F582-A0AE-63E4-E7E2-D7CBCDBC769D}"/>
          </ac:spMkLst>
        </pc:spChg>
        <pc:spChg chg="add del mod">
          <ac:chgData name="OLUWATOSIN ALABI" userId="55cd164168562cfa" providerId="LiveId" clId="{7EAEAC7F-B8BC-45EA-B218-C48A13CCC2F6}" dt="2024-05-07T16:52:58.547" v="375" actId="478"/>
          <ac:spMkLst>
            <pc:docMk/>
            <pc:sldMk cId="3299181156" sldId="258"/>
            <ac:spMk id="14" creationId="{DADB01BC-B2B9-62AA-89AA-4C25A80D9AAC}"/>
          </ac:spMkLst>
        </pc:spChg>
        <pc:spChg chg="mod">
          <ac:chgData name="OLUWATOSIN ALABI" userId="55cd164168562cfa" providerId="LiveId" clId="{7EAEAC7F-B8BC-45EA-B218-C48A13CCC2F6}" dt="2024-05-07T21:05:53.882" v="3328" actId="1076"/>
          <ac:spMkLst>
            <pc:docMk/>
            <pc:sldMk cId="3299181156" sldId="258"/>
            <ac:spMk id="15" creationId="{5AAC9A73-2906-57FF-D1DD-F2F203739357}"/>
          </ac:spMkLst>
        </pc:spChg>
        <pc:spChg chg="del mod">
          <ac:chgData name="OLUWATOSIN ALABI" userId="55cd164168562cfa" providerId="LiveId" clId="{7EAEAC7F-B8BC-45EA-B218-C48A13CCC2F6}" dt="2024-05-07T17:34:38.494" v="1299" actId="478"/>
          <ac:spMkLst>
            <pc:docMk/>
            <pc:sldMk cId="3299181156" sldId="258"/>
            <ac:spMk id="16" creationId="{37C3CD4B-BC84-E1B6-C58A-8BCEC0F537C4}"/>
          </ac:spMkLst>
        </pc:spChg>
        <pc:spChg chg="mod">
          <ac:chgData name="OLUWATOSIN ALABI" userId="55cd164168562cfa" providerId="LiveId" clId="{7EAEAC7F-B8BC-45EA-B218-C48A13CCC2F6}" dt="2024-05-07T21:01:19.651" v="3318" actId="1076"/>
          <ac:spMkLst>
            <pc:docMk/>
            <pc:sldMk cId="3299181156" sldId="258"/>
            <ac:spMk id="17" creationId="{31D7EC91-59DD-6856-DE95-3E2EFC0EFBAF}"/>
          </ac:spMkLst>
        </pc:spChg>
        <pc:spChg chg="add mod">
          <ac:chgData name="OLUWATOSIN ALABI" userId="55cd164168562cfa" providerId="LiveId" clId="{7EAEAC7F-B8BC-45EA-B218-C48A13CCC2F6}" dt="2024-05-07T21:05:53.882" v="3328" actId="1076"/>
          <ac:spMkLst>
            <pc:docMk/>
            <pc:sldMk cId="3299181156" sldId="258"/>
            <ac:spMk id="18" creationId="{6DE9B57C-ADC1-92E7-E9D1-FE78B59E2137}"/>
          </ac:spMkLst>
        </pc:spChg>
        <pc:spChg chg="add mod">
          <ac:chgData name="OLUWATOSIN ALABI" userId="55cd164168562cfa" providerId="LiveId" clId="{7EAEAC7F-B8BC-45EA-B218-C48A13CCC2F6}" dt="2024-05-07T17:07:14.340" v="776"/>
          <ac:spMkLst>
            <pc:docMk/>
            <pc:sldMk cId="3299181156" sldId="258"/>
            <ac:spMk id="20" creationId="{A69EA794-EEBD-480A-D078-B9BF2BD29F8B}"/>
          </ac:spMkLst>
        </pc:spChg>
        <pc:spChg chg="add mod">
          <ac:chgData name="OLUWATOSIN ALABI" userId="55cd164168562cfa" providerId="LiveId" clId="{7EAEAC7F-B8BC-45EA-B218-C48A13CCC2F6}" dt="2024-05-07T21:05:53.882" v="3328" actId="1076"/>
          <ac:spMkLst>
            <pc:docMk/>
            <pc:sldMk cId="3299181156" sldId="258"/>
            <ac:spMk id="21" creationId="{6F298415-28A1-7F0E-E1A2-1F1FFE7E4114}"/>
          </ac:spMkLst>
        </pc:spChg>
        <pc:spChg chg="add del mod">
          <ac:chgData name="OLUWATOSIN ALABI" userId="55cd164168562cfa" providerId="LiveId" clId="{7EAEAC7F-B8BC-45EA-B218-C48A13CCC2F6}" dt="2024-05-07T20:08:28.785" v="2682" actId="478"/>
          <ac:spMkLst>
            <pc:docMk/>
            <pc:sldMk cId="3299181156" sldId="258"/>
            <ac:spMk id="22" creationId="{09F967CC-3390-936A-7F8B-461ECBF33303}"/>
          </ac:spMkLst>
        </pc:spChg>
        <pc:spChg chg="add del mod">
          <ac:chgData name="OLUWATOSIN ALABI" userId="55cd164168562cfa" providerId="LiveId" clId="{7EAEAC7F-B8BC-45EA-B218-C48A13CCC2F6}" dt="2024-05-07T21:05:53.882" v="3328" actId="1076"/>
          <ac:spMkLst>
            <pc:docMk/>
            <pc:sldMk cId="3299181156" sldId="258"/>
            <ac:spMk id="23" creationId="{43342722-16AF-0BB8-0C92-3F3998181FEA}"/>
          </ac:spMkLst>
        </pc:spChg>
        <pc:spChg chg="add mod">
          <ac:chgData name="OLUWATOSIN ALABI" userId="55cd164168562cfa" providerId="LiveId" clId="{7EAEAC7F-B8BC-45EA-B218-C48A13CCC2F6}" dt="2024-05-07T17:37:12.508" v="1301" actId="767"/>
          <ac:spMkLst>
            <pc:docMk/>
            <pc:sldMk cId="3299181156" sldId="258"/>
            <ac:spMk id="23" creationId="{D1E4B4A9-006F-CCC5-2F0C-782A8DCF241E}"/>
          </ac:spMkLst>
        </pc:spChg>
        <pc:spChg chg="add mod">
          <ac:chgData name="OLUWATOSIN ALABI" userId="55cd164168562cfa" providerId="LiveId" clId="{7EAEAC7F-B8BC-45EA-B218-C48A13CCC2F6}" dt="2024-05-07T21:05:53.882" v="3328" actId="1076"/>
          <ac:spMkLst>
            <pc:docMk/>
            <pc:sldMk cId="3299181156" sldId="258"/>
            <ac:spMk id="24" creationId="{569E3E75-B54B-6CE6-6497-0FDC5DAEFA2A}"/>
          </ac:spMkLst>
        </pc:spChg>
        <pc:spChg chg="add mod">
          <ac:chgData name="OLUWATOSIN ALABI" userId="55cd164168562cfa" providerId="LiveId" clId="{7EAEAC7F-B8BC-45EA-B218-C48A13CCC2F6}" dt="2024-05-07T21:05:53.882" v="3328" actId="1076"/>
          <ac:spMkLst>
            <pc:docMk/>
            <pc:sldMk cId="3299181156" sldId="258"/>
            <ac:spMk id="26" creationId="{25B35FEA-DBAF-19A8-8FF8-BB44CA57FDD6}"/>
          </ac:spMkLst>
        </pc:spChg>
        <pc:spChg chg="add mod">
          <ac:chgData name="OLUWATOSIN ALABI" userId="55cd164168562cfa" providerId="LiveId" clId="{7EAEAC7F-B8BC-45EA-B218-C48A13CCC2F6}" dt="2024-05-07T17:47:10.976" v="1538"/>
          <ac:spMkLst>
            <pc:docMk/>
            <pc:sldMk cId="3299181156" sldId="258"/>
            <ac:spMk id="27" creationId="{19F64F5E-4005-6013-A448-26F7136EC369}"/>
          </ac:spMkLst>
        </pc:spChg>
        <pc:spChg chg="add mod">
          <ac:chgData name="OLUWATOSIN ALABI" userId="55cd164168562cfa" providerId="LiveId" clId="{7EAEAC7F-B8BC-45EA-B218-C48A13CCC2F6}" dt="2024-05-07T21:05:53.882" v="3328" actId="1076"/>
          <ac:spMkLst>
            <pc:docMk/>
            <pc:sldMk cId="3299181156" sldId="258"/>
            <ac:spMk id="28" creationId="{A48DC32B-D5BD-5C2A-1B71-738FA3FE6828}"/>
          </ac:spMkLst>
        </pc:spChg>
        <pc:spChg chg="add mod">
          <ac:chgData name="OLUWATOSIN ALABI" userId="55cd164168562cfa" providerId="LiveId" clId="{7EAEAC7F-B8BC-45EA-B218-C48A13CCC2F6}" dt="2024-05-07T21:05:53.882" v="3328" actId="1076"/>
          <ac:spMkLst>
            <pc:docMk/>
            <pc:sldMk cId="3299181156" sldId="258"/>
            <ac:spMk id="31" creationId="{52EACCA2-0244-1F5C-CAA2-10CCB2BE3DCA}"/>
          </ac:spMkLst>
        </pc:spChg>
        <pc:spChg chg="add mod">
          <ac:chgData name="OLUWATOSIN ALABI" userId="55cd164168562cfa" providerId="LiveId" clId="{7EAEAC7F-B8BC-45EA-B218-C48A13CCC2F6}" dt="2024-05-07T21:05:53.882" v="3328" actId="1076"/>
          <ac:spMkLst>
            <pc:docMk/>
            <pc:sldMk cId="3299181156" sldId="258"/>
            <ac:spMk id="32" creationId="{D719E5CF-23F1-3BCA-F6EB-4403B096D029}"/>
          </ac:spMkLst>
        </pc:spChg>
        <pc:spChg chg="add mod">
          <ac:chgData name="OLUWATOSIN ALABI" userId="55cd164168562cfa" providerId="LiveId" clId="{7EAEAC7F-B8BC-45EA-B218-C48A13CCC2F6}" dt="2024-05-07T21:05:53.882" v="3328" actId="1076"/>
          <ac:spMkLst>
            <pc:docMk/>
            <pc:sldMk cId="3299181156" sldId="258"/>
            <ac:spMk id="33" creationId="{0DAAF726-EFC8-68F6-EA03-684FD0097FC3}"/>
          </ac:spMkLst>
        </pc:spChg>
        <pc:spChg chg="add mod">
          <ac:chgData name="OLUWATOSIN ALABI" userId="55cd164168562cfa" providerId="LiveId" clId="{7EAEAC7F-B8BC-45EA-B218-C48A13CCC2F6}" dt="2024-05-07T21:05:53.882" v="3328" actId="1076"/>
          <ac:spMkLst>
            <pc:docMk/>
            <pc:sldMk cId="3299181156" sldId="258"/>
            <ac:spMk id="34" creationId="{EC945818-D61A-C5A3-302A-425AA5C65EAC}"/>
          </ac:spMkLst>
        </pc:spChg>
        <pc:spChg chg="add del mod">
          <ac:chgData name="OLUWATOSIN ALABI" userId="55cd164168562cfa" providerId="LiveId" clId="{7EAEAC7F-B8BC-45EA-B218-C48A13CCC2F6}" dt="2024-05-07T20:18:50.378" v="2765" actId="478"/>
          <ac:spMkLst>
            <pc:docMk/>
            <pc:sldMk cId="3299181156" sldId="258"/>
            <ac:spMk id="35" creationId="{2F44EEB3-8428-D509-CB40-2B5C0C23D045}"/>
          </ac:spMkLst>
        </pc:spChg>
        <pc:spChg chg="add mod">
          <ac:chgData name="OLUWATOSIN ALABI" userId="55cd164168562cfa" providerId="LiveId" clId="{7EAEAC7F-B8BC-45EA-B218-C48A13CCC2F6}" dt="2024-05-07T21:05:53.882" v="3328" actId="1076"/>
          <ac:spMkLst>
            <pc:docMk/>
            <pc:sldMk cId="3299181156" sldId="258"/>
            <ac:spMk id="38" creationId="{72D7208F-3555-B7C8-D217-6E4BA3E3FCC3}"/>
          </ac:spMkLst>
        </pc:spChg>
        <pc:spChg chg="add del">
          <ac:chgData name="OLUWATOSIN ALABI" userId="55cd164168562cfa" providerId="LiveId" clId="{7EAEAC7F-B8BC-45EA-B218-C48A13CCC2F6}" dt="2024-05-07T19:45:34.162" v="2345" actId="478"/>
          <ac:spMkLst>
            <pc:docMk/>
            <pc:sldMk cId="3299181156" sldId="258"/>
            <ac:spMk id="40" creationId="{BADD5854-A997-84DF-132C-CF89BCD4A830}"/>
          </ac:spMkLst>
        </pc:spChg>
        <pc:spChg chg="add del mod">
          <ac:chgData name="OLUWATOSIN ALABI" userId="55cd164168562cfa" providerId="LiveId" clId="{7EAEAC7F-B8BC-45EA-B218-C48A13CCC2F6}" dt="2024-05-07T20:39:15.640" v="3192" actId="478"/>
          <ac:spMkLst>
            <pc:docMk/>
            <pc:sldMk cId="3299181156" sldId="258"/>
            <ac:spMk id="47" creationId="{470312C8-CCF1-48D4-E8CC-C3E27F40BC46}"/>
          </ac:spMkLst>
        </pc:spChg>
        <pc:spChg chg="add del mod">
          <ac:chgData name="OLUWATOSIN ALABI" userId="55cd164168562cfa" providerId="LiveId" clId="{7EAEAC7F-B8BC-45EA-B218-C48A13CCC2F6}" dt="2024-05-07T20:39:15.640" v="3192" actId="478"/>
          <ac:spMkLst>
            <pc:docMk/>
            <pc:sldMk cId="3299181156" sldId="258"/>
            <ac:spMk id="48" creationId="{DA89D1F8-449A-4050-AAB0-BAADDC9E2A57}"/>
          </ac:spMkLst>
        </pc:spChg>
        <pc:spChg chg="add mod">
          <ac:chgData name="OLUWATOSIN ALABI" userId="55cd164168562cfa" providerId="LiveId" clId="{7EAEAC7F-B8BC-45EA-B218-C48A13CCC2F6}" dt="2024-05-07T21:05:53.882" v="3328" actId="1076"/>
          <ac:spMkLst>
            <pc:docMk/>
            <pc:sldMk cId="3299181156" sldId="258"/>
            <ac:spMk id="49" creationId="{9543231A-FE12-D9E5-8FD7-0C9CFBDABC38}"/>
          </ac:spMkLst>
        </pc:spChg>
        <pc:spChg chg="add del mod">
          <ac:chgData name="OLUWATOSIN ALABI" userId="55cd164168562cfa" providerId="LiveId" clId="{7EAEAC7F-B8BC-45EA-B218-C48A13CCC2F6}" dt="2024-05-07T20:27:41.856" v="2924" actId="478"/>
          <ac:spMkLst>
            <pc:docMk/>
            <pc:sldMk cId="3299181156" sldId="258"/>
            <ac:spMk id="51" creationId="{D8013BAF-9134-7A6E-46AF-B74F78DDE89A}"/>
          </ac:spMkLst>
        </pc:spChg>
        <pc:spChg chg="add mod">
          <ac:chgData name="OLUWATOSIN ALABI" userId="55cd164168562cfa" providerId="LiveId" clId="{7EAEAC7F-B8BC-45EA-B218-C48A13CCC2F6}" dt="2024-05-07T21:05:53.882" v="3328" actId="1076"/>
          <ac:spMkLst>
            <pc:docMk/>
            <pc:sldMk cId="3299181156" sldId="258"/>
            <ac:spMk id="52" creationId="{19E2D54B-0F14-D843-C881-69C91DD09FB4}"/>
          </ac:spMkLst>
        </pc:spChg>
        <pc:graphicFrameChg chg="add del mod">
          <ac:chgData name="OLUWATOSIN ALABI" userId="55cd164168562cfa" providerId="LiveId" clId="{7EAEAC7F-B8BC-45EA-B218-C48A13CCC2F6}" dt="2024-05-07T19:52:47.453" v="2417" actId="478"/>
          <ac:graphicFrameMkLst>
            <pc:docMk/>
            <pc:sldMk cId="3299181156" sldId="258"/>
            <ac:graphicFrameMk id="9" creationId="{98C3AB67-AA18-21DB-1635-E88389375B99}"/>
          </ac:graphicFrameMkLst>
        </pc:graphicFrameChg>
        <pc:graphicFrameChg chg="add del mod">
          <ac:chgData name="OLUWATOSIN ALABI" userId="55cd164168562cfa" providerId="LiveId" clId="{7EAEAC7F-B8BC-45EA-B218-C48A13CCC2F6}" dt="2024-05-07T20:07:41.064" v="2666" actId="478"/>
          <ac:graphicFrameMkLst>
            <pc:docMk/>
            <pc:sldMk cId="3299181156" sldId="258"/>
            <ac:graphicFrameMk id="19" creationId="{E83F5B86-36B1-EF19-6B33-6321847FFEFF}"/>
          </ac:graphicFrameMkLst>
        </pc:graphicFrameChg>
        <pc:graphicFrameChg chg="add mod">
          <ac:chgData name="OLUWATOSIN ALABI" userId="55cd164168562cfa" providerId="LiveId" clId="{7EAEAC7F-B8BC-45EA-B218-C48A13CCC2F6}" dt="2024-05-07T21:05:53.882" v="3328" actId="1076"/>
          <ac:graphicFrameMkLst>
            <pc:docMk/>
            <pc:sldMk cId="3299181156" sldId="258"/>
            <ac:graphicFrameMk id="25" creationId="{F257DDE5-019C-D4BC-13BF-8F8AE24A2C4F}"/>
          </ac:graphicFrameMkLst>
        </pc:graphicFrameChg>
        <pc:graphicFrameChg chg="add del mod">
          <ac:chgData name="OLUWATOSIN ALABI" userId="55cd164168562cfa" providerId="LiveId" clId="{7EAEAC7F-B8BC-45EA-B218-C48A13CCC2F6}" dt="2024-05-07T18:56:33.756" v="1907" actId="478"/>
          <ac:graphicFrameMkLst>
            <pc:docMk/>
            <pc:sldMk cId="3299181156" sldId="258"/>
            <ac:graphicFrameMk id="29" creationId="{70B93CD5-6DB8-C174-C72E-0DB2F40E69ED}"/>
          </ac:graphicFrameMkLst>
        </pc:graphicFrameChg>
        <pc:graphicFrameChg chg="add del mod">
          <ac:chgData name="OLUWATOSIN ALABI" userId="55cd164168562cfa" providerId="LiveId" clId="{7EAEAC7F-B8BC-45EA-B218-C48A13CCC2F6}" dt="2024-05-07T19:20:16.380" v="2343" actId="478"/>
          <ac:graphicFrameMkLst>
            <pc:docMk/>
            <pc:sldMk cId="3299181156" sldId="258"/>
            <ac:graphicFrameMk id="30" creationId="{BE430D18-77BB-4346-3730-7AB27BB17E37}"/>
          </ac:graphicFrameMkLst>
        </pc:graphicFrameChg>
        <pc:graphicFrameChg chg="add del mod">
          <ac:chgData name="OLUWATOSIN ALABI" userId="55cd164168562cfa" providerId="LiveId" clId="{7EAEAC7F-B8BC-45EA-B218-C48A13CCC2F6}" dt="2024-05-07T19:14:09.333" v="2269" actId="478"/>
          <ac:graphicFrameMkLst>
            <pc:docMk/>
            <pc:sldMk cId="3299181156" sldId="258"/>
            <ac:graphicFrameMk id="35" creationId="{AFF70446-85CE-B7D3-6F64-691BAEA82D70}"/>
          </ac:graphicFrameMkLst>
        </pc:graphicFrameChg>
        <pc:graphicFrameChg chg="add mod">
          <ac:chgData name="OLUWATOSIN ALABI" userId="55cd164168562cfa" providerId="LiveId" clId="{7EAEAC7F-B8BC-45EA-B218-C48A13CCC2F6}" dt="2024-05-07T21:05:53.882" v="3328" actId="1076"/>
          <ac:graphicFrameMkLst>
            <pc:docMk/>
            <pc:sldMk cId="3299181156" sldId="258"/>
            <ac:graphicFrameMk id="36" creationId="{A559ADF6-B959-69B8-D0B9-794975958980}"/>
          </ac:graphicFrameMkLst>
        </pc:graphicFrameChg>
        <pc:graphicFrameChg chg="add mod">
          <ac:chgData name="OLUWATOSIN ALABI" userId="55cd164168562cfa" providerId="LiveId" clId="{7EAEAC7F-B8BC-45EA-B218-C48A13CCC2F6}" dt="2024-05-07T21:05:53.882" v="3328" actId="1076"/>
          <ac:graphicFrameMkLst>
            <pc:docMk/>
            <pc:sldMk cId="3299181156" sldId="258"/>
            <ac:graphicFrameMk id="39" creationId="{2172392F-5B59-363F-7D3C-11BB4E14A1F1}"/>
          </ac:graphicFrameMkLst>
        </pc:graphicFrameChg>
        <pc:graphicFrameChg chg="add del mod">
          <ac:chgData name="OLUWATOSIN ALABI" userId="55cd164168562cfa" providerId="LiveId" clId="{7EAEAC7F-B8BC-45EA-B218-C48A13CCC2F6}" dt="2024-05-07T20:24:45.633" v="2818" actId="478"/>
          <ac:graphicFrameMkLst>
            <pc:docMk/>
            <pc:sldMk cId="3299181156" sldId="258"/>
            <ac:graphicFrameMk id="45" creationId="{5D5D5BBA-260B-CCD9-236F-48F2CD3B7C1C}"/>
          </ac:graphicFrameMkLst>
        </pc:graphicFrameChg>
        <pc:graphicFrameChg chg="add mod">
          <ac:chgData name="OLUWATOSIN ALABI" userId="55cd164168562cfa" providerId="LiveId" clId="{7EAEAC7F-B8BC-45EA-B218-C48A13CCC2F6}" dt="2024-05-07T21:05:53.882" v="3328" actId="1076"/>
          <ac:graphicFrameMkLst>
            <pc:docMk/>
            <pc:sldMk cId="3299181156" sldId="258"/>
            <ac:graphicFrameMk id="46" creationId="{8D73435E-1709-3B56-EBB6-B01EA4C5D06F}"/>
          </ac:graphicFrameMkLst>
        </pc:graphicFrameChg>
        <pc:picChg chg="add mod">
          <ac:chgData name="OLUWATOSIN ALABI" userId="55cd164168562cfa" providerId="LiveId" clId="{7EAEAC7F-B8BC-45EA-B218-C48A13CCC2F6}" dt="2024-05-07T21:05:53.882" v="3328" actId="1076"/>
          <ac:picMkLst>
            <pc:docMk/>
            <pc:sldMk cId="3299181156" sldId="258"/>
            <ac:picMk id="6" creationId="{52F5A301-B3F8-EB33-0CE2-1AD679CBC6C1}"/>
          </ac:picMkLst>
        </pc:picChg>
        <pc:picChg chg="add mod">
          <ac:chgData name="OLUWATOSIN ALABI" userId="55cd164168562cfa" providerId="LiveId" clId="{7EAEAC7F-B8BC-45EA-B218-C48A13CCC2F6}" dt="2024-05-07T21:05:53.882" v="3328" actId="1076"/>
          <ac:picMkLst>
            <pc:docMk/>
            <pc:sldMk cId="3299181156" sldId="258"/>
            <ac:picMk id="8" creationId="{E8E467A9-B76A-FA26-0EF4-BF17B43FE327}"/>
          </ac:picMkLst>
        </pc:picChg>
        <pc:picChg chg="add mod">
          <ac:chgData name="OLUWATOSIN ALABI" userId="55cd164168562cfa" providerId="LiveId" clId="{7EAEAC7F-B8BC-45EA-B218-C48A13CCC2F6}" dt="2024-05-07T21:05:53.882" v="3328" actId="1076"/>
          <ac:picMkLst>
            <pc:docMk/>
            <pc:sldMk cId="3299181156" sldId="258"/>
            <ac:picMk id="11" creationId="{2CD4E51C-8D7D-DB99-7C61-F908D8073F15}"/>
          </ac:picMkLst>
        </pc:picChg>
        <pc:picChg chg="add mod">
          <ac:chgData name="OLUWATOSIN ALABI" userId="55cd164168562cfa" providerId="LiveId" clId="{7EAEAC7F-B8BC-45EA-B218-C48A13CCC2F6}" dt="2024-05-07T21:05:53.882" v="3328" actId="1076"/>
          <ac:picMkLst>
            <pc:docMk/>
            <pc:sldMk cId="3299181156" sldId="258"/>
            <ac:picMk id="20" creationId="{70ED1A5A-9A16-BA80-AF40-A3DC20B5334E}"/>
          </ac:picMkLst>
        </pc:picChg>
        <pc:picChg chg="add mod">
          <ac:chgData name="OLUWATOSIN ALABI" userId="55cd164168562cfa" providerId="LiveId" clId="{7EAEAC7F-B8BC-45EA-B218-C48A13CCC2F6}" dt="2024-05-07T21:05:53.882" v="3328" actId="1076"/>
          <ac:picMkLst>
            <pc:docMk/>
            <pc:sldMk cId="3299181156" sldId="258"/>
            <ac:picMk id="29" creationId="{ADCFDAA8-C006-DFCE-F11F-E3F1863A85E0}"/>
          </ac:picMkLst>
        </pc:picChg>
        <pc:picChg chg="add del mod">
          <ac:chgData name="OLUWATOSIN ALABI" userId="55cd164168562cfa" providerId="LiveId" clId="{7EAEAC7F-B8BC-45EA-B218-C48A13CCC2F6}" dt="2024-05-07T20:13:24.200" v="2712" actId="478"/>
          <ac:picMkLst>
            <pc:docMk/>
            <pc:sldMk cId="3299181156" sldId="258"/>
            <ac:picMk id="30" creationId="{468B1627-D038-22D0-B461-CCD8A11514FE}"/>
          </ac:picMkLst>
        </pc:picChg>
        <pc:picChg chg="add mod">
          <ac:chgData name="OLUWATOSIN ALABI" userId="55cd164168562cfa" providerId="LiveId" clId="{7EAEAC7F-B8BC-45EA-B218-C48A13CCC2F6}" dt="2024-05-07T21:05:53.882" v="3328" actId="1076"/>
          <ac:picMkLst>
            <pc:docMk/>
            <pc:sldMk cId="3299181156" sldId="258"/>
            <ac:picMk id="37" creationId="{856838DA-4625-1D2C-47B9-4C867840B713}"/>
          </ac:picMkLst>
        </pc:picChg>
        <pc:picChg chg="add del">
          <ac:chgData name="OLUWATOSIN ALABI" userId="55cd164168562cfa" providerId="LiveId" clId="{7EAEAC7F-B8BC-45EA-B218-C48A13CCC2F6}" dt="2024-05-07T20:22:11.431" v="2792" actId="22"/>
          <ac:picMkLst>
            <pc:docMk/>
            <pc:sldMk cId="3299181156" sldId="258"/>
            <ac:picMk id="42" creationId="{F02D6CB2-0ED3-05E9-677E-64035BAB9CC9}"/>
          </ac:picMkLst>
        </pc:picChg>
        <pc:picChg chg="add mod">
          <ac:chgData name="OLUWATOSIN ALABI" userId="55cd164168562cfa" providerId="LiveId" clId="{7EAEAC7F-B8BC-45EA-B218-C48A13CCC2F6}" dt="2024-05-07T21:05:53.882" v="3328" actId="1076"/>
          <ac:picMkLst>
            <pc:docMk/>
            <pc:sldMk cId="3299181156" sldId="258"/>
            <ac:picMk id="44" creationId="{FBDB6771-28CB-2E6A-2204-72EFF16A145C}"/>
          </ac:picMkLst>
        </pc:picChg>
        <pc:picChg chg="add del mod">
          <ac:chgData name="OLUWATOSIN ALABI" userId="55cd164168562cfa" providerId="LiveId" clId="{7EAEAC7F-B8BC-45EA-B218-C48A13CCC2F6}" dt="2024-05-07T20:54:51.889" v="3275" actId="478"/>
          <ac:picMkLst>
            <pc:docMk/>
            <pc:sldMk cId="3299181156" sldId="258"/>
            <ac:picMk id="54" creationId="{7B0A2F71-6DC4-1D7D-4D1E-06FB44339A9F}"/>
          </ac:picMkLst>
        </pc:picChg>
        <pc:picChg chg="add mod">
          <ac:chgData name="OLUWATOSIN ALABI" userId="55cd164168562cfa" providerId="LiveId" clId="{7EAEAC7F-B8BC-45EA-B218-C48A13CCC2F6}" dt="2024-05-07T21:05:53.882" v="3328" actId="1076"/>
          <ac:picMkLst>
            <pc:docMk/>
            <pc:sldMk cId="3299181156" sldId="258"/>
            <ac:picMk id="56" creationId="{B0467951-B43B-FA30-D7EC-15F97C1D0072}"/>
          </ac:picMkLst>
        </pc:picChg>
        <pc:picChg chg="add mod">
          <ac:chgData name="OLUWATOSIN ALABI" userId="55cd164168562cfa" providerId="LiveId" clId="{7EAEAC7F-B8BC-45EA-B218-C48A13CCC2F6}" dt="2024-05-07T21:05:53.882" v="3328" actId="1076"/>
          <ac:picMkLst>
            <pc:docMk/>
            <pc:sldMk cId="3299181156" sldId="258"/>
            <ac:picMk id="58" creationId="{B002D74F-1C0F-AD21-CDCD-D7EC929498D7}"/>
          </ac:picMkLst>
        </pc:picChg>
        <pc:picChg chg="add mod">
          <ac:chgData name="OLUWATOSIN ALABI" userId="55cd164168562cfa" providerId="LiveId" clId="{7EAEAC7F-B8BC-45EA-B218-C48A13CCC2F6}" dt="2024-05-07T21:10:31.446" v="3353" actId="1076"/>
          <ac:picMkLst>
            <pc:docMk/>
            <pc:sldMk cId="3299181156" sldId="258"/>
            <ac:picMk id="60" creationId="{1C7072E0-AD6C-6012-F9CF-8008CA4E49FD}"/>
          </ac:picMkLst>
        </pc:picChg>
        <pc:picChg chg="add del mod">
          <ac:chgData name="OLUWATOSIN ALABI" userId="55cd164168562cfa" providerId="LiveId" clId="{7EAEAC7F-B8BC-45EA-B218-C48A13CCC2F6}" dt="2024-05-07T21:09:26.968" v="3340" actId="478"/>
          <ac:picMkLst>
            <pc:docMk/>
            <pc:sldMk cId="3299181156" sldId="258"/>
            <ac:picMk id="62" creationId="{064FA131-BA3D-D73E-9547-F966C6AA8A17}"/>
          </ac:picMkLst>
        </pc:picChg>
        <pc:picChg chg="add mod">
          <ac:chgData name="OLUWATOSIN ALABI" userId="55cd164168562cfa" providerId="LiveId" clId="{7EAEAC7F-B8BC-45EA-B218-C48A13CCC2F6}" dt="2024-05-07T21:10:43.009" v="3354" actId="1076"/>
          <ac:picMkLst>
            <pc:docMk/>
            <pc:sldMk cId="3299181156" sldId="258"/>
            <ac:picMk id="64" creationId="{A716A741-F593-23C7-A0C0-080D770CBE51}"/>
          </ac:picMkLst>
        </pc:picChg>
        <pc:picChg chg="add del">
          <ac:chgData name="OLUWATOSIN ALABI" userId="55cd164168562cfa" providerId="LiveId" clId="{7EAEAC7F-B8BC-45EA-B218-C48A13CCC2F6}" dt="2024-05-07T21:11:23.722" v="3356" actId="22"/>
          <ac:picMkLst>
            <pc:docMk/>
            <pc:sldMk cId="3299181156" sldId="258"/>
            <ac:picMk id="66" creationId="{CCED12EE-A33F-AB05-FB1E-A97FA1B48C2E}"/>
          </ac:picMkLst>
        </pc:picChg>
        <pc:picChg chg="add mod">
          <ac:chgData name="OLUWATOSIN ALABI" userId="55cd164168562cfa" providerId="LiveId" clId="{7EAEAC7F-B8BC-45EA-B218-C48A13CCC2F6}" dt="2024-05-07T21:11:56.980" v="3361" actId="1076"/>
          <ac:picMkLst>
            <pc:docMk/>
            <pc:sldMk cId="3299181156" sldId="258"/>
            <ac:picMk id="68" creationId="{9B6287A8-939B-D276-6587-6B046E0E6556}"/>
          </ac:picMkLst>
        </pc:picChg>
      </pc:sldChg>
      <pc:sldMasterChg chg="delSp modSp mod">
        <pc:chgData name="OLUWATOSIN ALABI" userId="55cd164168562cfa" providerId="LiveId" clId="{7EAEAC7F-B8BC-45EA-B218-C48A13CCC2F6}" dt="2024-05-07T20:23:14.195" v="2803" actId="478"/>
        <pc:sldMasterMkLst>
          <pc:docMk/>
          <pc:sldMasterMk cId="0" sldId="2147483650"/>
        </pc:sldMasterMkLst>
        <pc:spChg chg="del">
          <ac:chgData name="OLUWATOSIN ALABI" userId="55cd164168562cfa" providerId="LiveId" clId="{7EAEAC7F-B8BC-45EA-B218-C48A13CCC2F6}" dt="2024-05-07T20:23:14.195" v="2803" actId="478"/>
          <ac:spMkLst>
            <pc:docMk/>
            <pc:sldMasterMk cId="0" sldId="2147483650"/>
            <ac:spMk id="8" creationId="{57258964-9016-F279-CE5E-AC8DB77AAC1B}"/>
          </ac:spMkLst>
        </pc:spChg>
        <pc:spChg chg="del mod">
          <ac:chgData name="OLUWATOSIN ALABI" userId="55cd164168562cfa" providerId="LiveId" clId="{7EAEAC7F-B8BC-45EA-B218-C48A13CCC2F6}" dt="2024-05-07T20:16:36.057" v="2757" actId="478"/>
          <ac:spMkLst>
            <pc:docMk/>
            <pc:sldMasterMk cId="0" sldId="2147483650"/>
            <ac:spMk id="41" creationId="{00000000-0000-0000-0000-000000000000}"/>
          </ac:spMkLst>
        </pc:spChg>
      </pc:sldMasterChg>
    </pc:docChg>
  </pc:docChgLst>
  <pc:docChgLst>
    <pc:chgData name="OLUWATOSIN ALABI" userId="55cd164168562cfa" providerId="LiveId" clId="{78AA0F99-3CBA-41CC-8008-3F1D99CB83AB}"/>
    <pc:docChg chg="modSld modNotesMaster modHandout">
      <pc:chgData name="OLUWATOSIN ALABI" userId="55cd164168562cfa" providerId="LiveId" clId="{78AA0F99-3CBA-41CC-8008-3F1D99CB83AB}" dt="2024-05-08T10:39:50.724" v="30"/>
      <pc:docMkLst>
        <pc:docMk/>
      </pc:docMkLst>
      <pc:sldChg chg="modSp mod">
        <pc:chgData name="OLUWATOSIN ALABI" userId="55cd164168562cfa" providerId="LiveId" clId="{78AA0F99-3CBA-41CC-8008-3F1D99CB83AB}" dt="2024-05-08T10:39:38.213" v="29" actId="20577"/>
        <pc:sldMkLst>
          <pc:docMk/>
          <pc:sldMk cId="3299181156" sldId="258"/>
        </pc:sldMkLst>
        <pc:spChg chg="mod">
          <ac:chgData name="OLUWATOSIN ALABI" userId="55cd164168562cfa" providerId="LiveId" clId="{78AA0F99-3CBA-41CC-8008-3F1D99CB83AB}" dt="2024-05-08T10:39:38.213" v="29" actId="20577"/>
          <ac:spMkLst>
            <pc:docMk/>
            <pc:sldMk cId="3299181156" sldId="258"/>
            <ac:spMk id="23" creationId="{43342722-16AF-0BB8-0C92-3F3998181FEA}"/>
          </ac:spMkLst>
        </pc:spChg>
        <pc:spChg chg="mod">
          <ac:chgData name="OLUWATOSIN ALABI" userId="55cd164168562cfa" providerId="LiveId" clId="{78AA0F99-3CBA-41CC-8008-3F1D99CB83AB}" dt="2024-05-08T10:39:29.913" v="14" actId="20577"/>
          <ac:spMkLst>
            <pc:docMk/>
            <pc:sldMk cId="3299181156" sldId="258"/>
            <ac:spMk id="49" creationId="{9543231A-FE12-D9E5-8FD7-0C9CFBDABC3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1731"/>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023992" y="0"/>
            <a:ext cx="3078427" cy="511731"/>
          </a:xfrm>
          <a:prstGeom prst="rect">
            <a:avLst/>
          </a:prstGeom>
        </p:spPr>
        <p:txBody>
          <a:bodyPr vert="horz" lIns="96661" tIns="48331" rIns="96661" bIns="48331" rtlCol="0"/>
          <a:lstStyle>
            <a:lvl1pPr algn="r">
              <a:defRPr sz="1300"/>
            </a:lvl1pPr>
          </a:lstStyle>
          <a:p>
            <a:fld id="{0158C5BC-9A70-462C-B28D-9600239EAC64}" type="datetimeFigureOut">
              <a:rPr lang="en-US" smtClean="0"/>
              <a:pPr/>
              <a:t>11/8/2024</a:t>
            </a:fld>
            <a:endParaRPr lang="en-US"/>
          </a:p>
        </p:txBody>
      </p:sp>
      <p:sp>
        <p:nvSpPr>
          <p:cNvPr id="4" name="Footer Placeholder 3"/>
          <p:cNvSpPr>
            <a:spLocks noGrp="1"/>
          </p:cNvSpPr>
          <p:nvPr>
            <p:ph type="ftr" sz="quarter" idx="2"/>
          </p:nvPr>
        </p:nvSpPr>
        <p:spPr>
          <a:xfrm>
            <a:off x="0" y="9721106"/>
            <a:ext cx="3078427" cy="511731"/>
          </a:xfrm>
          <a:prstGeom prst="rect">
            <a:avLst/>
          </a:prstGeom>
        </p:spPr>
        <p:txBody>
          <a:bodyPr vert="horz" lIns="96661" tIns="48331" rIns="96661" bIns="48331" rtlCol="0" anchor="b"/>
          <a:lstStyle>
            <a:lvl1pPr algn="l">
              <a:defRPr sz="1300"/>
            </a:lvl1pPr>
          </a:lstStyle>
          <a:p>
            <a:endParaRPr lang="en-US"/>
          </a:p>
        </p:txBody>
      </p:sp>
      <p:sp>
        <p:nvSpPr>
          <p:cNvPr id="5" name="Slide Number Placeholder 4"/>
          <p:cNvSpPr>
            <a:spLocks noGrp="1"/>
          </p:cNvSpPr>
          <p:nvPr>
            <p:ph type="sldNum" sz="quarter" idx="3"/>
          </p:nvPr>
        </p:nvSpPr>
        <p:spPr>
          <a:xfrm>
            <a:off x="4023992" y="9721106"/>
            <a:ext cx="3078427" cy="511731"/>
          </a:xfrm>
          <a:prstGeom prst="rect">
            <a:avLst/>
          </a:prstGeom>
        </p:spPr>
        <p:txBody>
          <a:bodyPr vert="horz" lIns="96661" tIns="48331" rIns="96661" bIns="48331" rtlCol="0" anchor="b"/>
          <a:lstStyle>
            <a:lvl1pPr algn="r">
              <a:defRPr sz="13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1716219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1731"/>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023992" y="0"/>
            <a:ext cx="3078427" cy="511731"/>
          </a:xfrm>
          <a:prstGeom prst="rect">
            <a:avLst/>
          </a:prstGeom>
        </p:spPr>
        <p:txBody>
          <a:bodyPr vert="horz" lIns="96661" tIns="48331" rIns="96661" bIns="48331" rtlCol="0"/>
          <a:lstStyle>
            <a:lvl1pPr algn="r">
              <a:defRPr sz="1300"/>
            </a:lvl1pPr>
          </a:lstStyle>
          <a:p>
            <a:fld id="{E6CC2317-6751-4CD4-9995-8782DD78E936}" type="datetimeFigureOut">
              <a:rPr lang="en-US" smtClean="0"/>
              <a:pPr/>
              <a:t>11/8/2024</a:t>
            </a:fld>
            <a:endParaRPr lang="en-US" dirty="0"/>
          </a:p>
        </p:txBody>
      </p:sp>
      <p:sp>
        <p:nvSpPr>
          <p:cNvPr id="4" name="Slide Image Placeholder 3"/>
          <p:cNvSpPr>
            <a:spLocks noGrp="1" noRot="1" noChangeAspect="1"/>
          </p:cNvSpPr>
          <p:nvPr>
            <p:ph type="sldImg" idx="2"/>
          </p:nvPr>
        </p:nvSpPr>
        <p:spPr>
          <a:xfrm>
            <a:off x="2195513" y="768350"/>
            <a:ext cx="2713037" cy="3838575"/>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10407" y="4861441"/>
            <a:ext cx="5683250" cy="4605576"/>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106"/>
            <a:ext cx="3078427" cy="511731"/>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023992" y="9721106"/>
            <a:ext cx="3078427" cy="511731"/>
          </a:xfrm>
          <a:prstGeom prst="rect">
            <a:avLst/>
          </a:prstGeom>
        </p:spPr>
        <p:txBody>
          <a:bodyPr vert="horz" lIns="96661" tIns="48331" rIns="96661" bIns="48331" rtlCol="0" anchor="b"/>
          <a:lstStyle>
            <a:lvl1pPr algn="r">
              <a:defRPr sz="13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72068041"/>
      </p:ext>
    </p:extLst>
  </p:cSld>
  <p:clrMap bg1="lt1" tx1="dk1" bg2="lt2" tx2="dk2" accent1="accent1" accent2="accent2" accent3="accent3" accent4="accent4" accent5="accent5" accent6="accent6" hlink="hlink" folHlink="folHlink"/>
  <p:notesStyle>
    <a:lvl1pPr marL="0" algn="l" defTabSz="4298486" rtl="0" eaLnBrk="1" latinLnBrk="0" hangingPunct="1">
      <a:defRPr sz="5722" kern="1200">
        <a:solidFill>
          <a:schemeClr val="tx1"/>
        </a:solidFill>
        <a:latin typeface="+mn-lt"/>
        <a:ea typeface="+mn-ea"/>
        <a:cs typeface="+mn-cs"/>
      </a:defRPr>
    </a:lvl1pPr>
    <a:lvl2pPr marL="2149244" algn="l" defTabSz="4298486" rtl="0" eaLnBrk="1" latinLnBrk="0" hangingPunct="1">
      <a:defRPr sz="5722" kern="1200">
        <a:solidFill>
          <a:schemeClr val="tx1"/>
        </a:solidFill>
        <a:latin typeface="+mn-lt"/>
        <a:ea typeface="+mn-ea"/>
        <a:cs typeface="+mn-cs"/>
      </a:defRPr>
    </a:lvl2pPr>
    <a:lvl3pPr marL="4298486" algn="l" defTabSz="4298486" rtl="0" eaLnBrk="1" latinLnBrk="0" hangingPunct="1">
      <a:defRPr sz="5722" kern="1200">
        <a:solidFill>
          <a:schemeClr val="tx1"/>
        </a:solidFill>
        <a:latin typeface="+mn-lt"/>
        <a:ea typeface="+mn-ea"/>
        <a:cs typeface="+mn-cs"/>
      </a:defRPr>
    </a:lvl3pPr>
    <a:lvl4pPr marL="6447727" algn="l" defTabSz="4298486" rtl="0" eaLnBrk="1" latinLnBrk="0" hangingPunct="1">
      <a:defRPr sz="5722" kern="1200">
        <a:solidFill>
          <a:schemeClr val="tx1"/>
        </a:solidFill>
        <a:latin typeface="+mn-lt"/>
        <a:ea typeface="+mn-ea"/>
        <a:cs typeface="+mn-cs"/>
      </a:defRPr>
    </a:lvl4pPr>
    <a:lvl5pPr marL="8596970" algn="l" defTabSz="4298486" rtl="0" eaLnBrk="1" latinLnBrk="0" hangingPunct="1">
      <a:defRPr sz="5722" kern="1200">
        <a:solidFill>
          <a:schemeClr val="tx1"/>
        </a:solidFill>
        <a:latin typeface="+mn-lt"/>
        <a:ea typeface="+mn-ea"/>
        <a:cs typeface="+mn-cs"/>
      </a:defRPr>
    </a:lvl5pPr>
    <a:lvl6pPr marL="10746214" algn="l" defTabSz="4298486" rtl="0" eaLnBrk="1" latinLnBrk="0" hangingPunct="1">
      <a:defRPr sz="5722" kern="1200">
        <a:solidFill>
          <a:schemeClr val="tx1"/>
        </a:solidFill>
        <a:latin typeface="+mn-lt"/>
        <a:ea typeface="+mn-ea"/>
        <a:cs typeface="+mn-cs"/>
      </a:defRPr>
    </a:lvl6pPr>
    <a:lvl7pPr marL="12895457" algn="l" defTabSz="4298486" rtl="0" eaLnBrk="1" latinLnBrk="0" hangingPunct="1">
      <a:defRPr sz="5722" kern="1200">
        <a:solidFill>
          <a:schemeClr val="tx1"/>
        </a:solidFill>
        <a:latin typeface="+mn-lt"/>
        <a:ea typeface="+mn-ea"/>
        <a:cs typeface="+mn-cs"/>
      </a:defRPr>
    </a:lvl7pPr>
    <a:lvl8pPr marL="15044699" algn="l" defTabSz="4298486" rtl="0" eaLnBrk="1" latinLnBrk="0" hangingPunct="1">
      <a:defRPr sz="5722" kern="1200">
        <a:solidFill>
          <a:schemeClr val="tx1"/>
        </a:solidFill>
        <a:latin typeface="+mn-lt"/>
        <a:ea typeface="+mn-ea"/>
        <a:cs typeface="+mn-cs"/>
      </a:defRPr>
    </a:lvl8pPr>
    <a:lvl9pPr marL="17193943" algn="l" defTabSz="4298486" rtl="0" eaLnBrk="1" latinLnBrk="0" hangingPunct="1">
      <a:defRPr sz="5722"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91CMx122CM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23691" y="7585962"/>
            <a:ext cx="14299153" cy="897605"/>
          </a:xfrm>
          <a:prstGeom prst="rect">
            <a:avLst/>
          </a:prstGeom>
        </p:spPr>
        <p:txBody>
          <a:bodyPr wrap="square" lIns="234774" tIns="234774" rIns="234774" bIns="234774" anchor="t" anchorCtr="0">
            <a:spAutoFit/>
          </a:bodyPr>
          <a:lstStyle>
            <a:lvl1pPr marL="0" indent="0">
              <a:buNone/>
              <a:defRPr sz="2589">
                <a:solidFill>
                  <a:schemeClr val="accent5">
                    <a:lumMod val="50000"/>
                  </a:schemeClr>
                </a:solidFill>
                <a:latin typeface="Century Gothic" panose="020B0502020202020204" pitchFamily="34" charset="0"/>
                <a:cs typeface="Times New Roman" panose="02020603050405020304" pitchFamily="18" charset="0"/>
              </a:defRPr>
            </a:lvl1pPr>
            <a:lvl2pPr marL="1411267" indent="-542795">
              <a:defRPr sz="2404">
                <a:latin typeface="Trebuchet MS" pitchFamily="34" charset="0"/>
              </a:defRPr>
            </a:lvl2pPr>
            <a:lvl3pPr marL="1954062" indent="-542795">
              <a:defRPr sz="2404">
                <a:latin typeface="Trebuchet MS" pitchFamily="34" charset="0"/>
              </a:defRPr>
            </a:lvl3pPr>
            <a:lvl4pPr marL="2551137" indent="-597075">
              <a:defRPr sz="2404">
                <a:latin typeface="Trebuchet MS" pitchFamily="34" charset="0"/>
              </a:defRPr>
            </a:lvl4pPr>
            <a:lvl5pPr marL="2985373" indent="-434236">
              <a:defRPr sz="2404">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636213" y="6847036"/>
            <a:ext cx="14287866" cy="800265"/>
          </a:xfrm>
          <a:prstGeom prst="rect">
            <a:avLst/>
          </a:prstGeom>
          <a:solidFill>
            <a:schemeClr val="accent5">
              <a:lumMod val="50000"/>
            </a:schemeClr>
          </a:solidFill>
        </p:spPr>
        <p:txBody>
          <a:bodyPr wrap="square" lIns="93910" tIns="93910" rIns="93910" bIns="93910" anchor="t" anchorCtr="0">
            <a:spAutoFit/>
          </a:bodyPr>
          <a:lstStyle>
            <a:lvl1pPr marL="0" indent="0" algn="ctr">
              <a:buNone/>
              <a:defRPr sz="3792" b="1" u="none" baseline="0">
                <a:solidFill>
                  <a:schemeClr val="bg1"/>
                </a:solidFill>
                <a:latin typeface="Century Gothic" panose="020B050202020202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636211" y="14944746"/>
            <a:ext cx="14291358" cy="800265"/>
          </a:xfrm>
          <a:prstGeom prst="rect">
            <a:avLst/>
          </a:prstGeom>
          <a:solidFill>
            <a:schemeClr val="accent5">
              <a:lumMod val="50000"/>
            </a:schemeClr>
          </a:solidFill>
        </p:spPr>
        <p:txBody>
          <a:bodyPr wrap="square" lIns="93910" tIns="93910" rIns="93910" bIns="93910" anchor="t" anchorCtr="0">
            <a:spAutoFit/>
          </a:bodyPr>
          <a:lstStyle>
            <a:lvl1pPr marL="0" indent="0" algn="ctr">
              <a:buNone/>
              <a:defRPr sz="3792" b="1" u="none" baseline="0">
                <a:solidFill>
                  <a:schemeClr val="bg1"/>
                </a:solidFill>
                <a:latin typeface="Century Gothic" panose="020B0502020202020204" pitchFamily="34" charset="0"/>
              </a:defRPr>
            </a:lvl1pPr>
          </a:lstStyle>
          <a:p>
            <a:pPr lvl="0"/>
            <a:r>
              <a:rPr lang="en-US" dirty="0"/>
              <a:t>(click to edit)  OBJECTIVES</a:t>
            </a:r>
          </a:p>
        </p:txBody>
      </p:sp>
      <p:sp>
        <p:nvSpPr>
          <p:cNvPr id="25" name="Text Placeholder 5"/>
          <p:cNvSpPr>
            <a:spLocks noGrp="1"/>
          </p:cNvSpPr>
          <p:nvPr>
            <p:ph type="body" sz="quarter" idx="25" hasCustomPrompt="1"/>
          </p:nvPr>
        </p:nvSpPr>
        <p:spPr>
          <a:xfrm>
            <a:off x="15353329" y="6847036"/>
            <a:ext cx="14287681" cy="800265"/>
          </a:xfrm>
          <a:prstGeom prst="rect">
            <a:avLst/>
          </a:prstGeom>
          <a:solidFill>
            <a:schemeClr val="accent5">
              <a:lumMod val="50000"/>
            </a:schemeClr>
          </a:solidFill>
        </p:spPr>
        <p:txBody>
          <a:bodyPr wrap="square" lIns="93910" tIns="93910" rIns="93910" bIns="93910" anchor="t" anchorCtr="0">
            <a:spAutoFit/>
          </a:bodyPr>
          <a:lstStyle>
            <a:lvl1pPr marL="0" indent="0" algn="ctr">
              <a:buNone/>
              <a:defRPr sz="3792" b="1" u="none" baseline="0">
                <a:solidFill>
                  <a:schemeClr val="bg1"/>
                </a:solidFill>
                <a:latin typeface="Century Gothic" panose="020B050202020202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15353329" y="7585962"/>
            <a:ext cx="14287681" cy="897605"/>
          </a:xfrm>
          <a:prstGeom prst="rect">
            <a:avLst/>
          </a:prstGeom>
        </p:spPr>
        <p:txBody>
          <a:bodyPr wrap="square" lIns="234774" tIns="234774" rIns="234774" bIns="234774" anchor="t" anchorCtr="0">
            <a:spAutoFit/>
          </a:bodyPr>
          <a:lstStyle>
            <a:lvl1pPr marL="0" indent="0">
              <a:buNone/>
              <a:defRPr sz="2589">
                <a:solidFill>
                  <a:schemeClr val="accent5">
                    <a:lumMod val="50000"/>
                  </a:schemeClr>
                </a:solidFill>
                <a:latin typeface="Century Gothic" panose="020B0502020202020204" pitchFamily="34" charset="0"/>
                <a:cs typeface="Times New Roman" panose="02020603050405020304" pitchFamily="18" charset="0"/>
              </a:defRPr>
            </a:lvl1pPr>
            <a:lvl2pPr marL="1411267" indent="-542795">
              <a:defRPr sz="2404">
                <a:latin typeface="Trebuchet MS" pitchFamily="34" charset="0"/>
              </a:defRPr>
            </a:lvl2pPr>
            <a:lvl3pPr marL="1954062" indent="-542795">
              <a:defRPr sz="2404">
                <a:latin typeface="Trebuchet MS" pitchFamily="34" charset="0"/>
              </a:defRPr>
            </a:lvl3pPr>
            <a:lvl4pPr marL="2551137" indent="-597075">
              <a:defRPr sz="2404">
                <a:latin typeface="Trebuchet MS" pitchFamily="34" charset="0"/>
              </a:defRPr>
            </a:lvl4pPr>
            <a:lvl5pPr marL="2985373" indent="-434236">
              <a:defRPr sz="2404">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5375356" y="28516931"/>
            <a:ext cx="14283756" cy="800265"/>
          </a:xfrm>
          <a:prstGeom prst="rect">
            <a:avLst/>
          </a:prstGeom>
          <a:solidFill>
            <a:schemeClr val="accent5">
              <a:lumMod val="50000"/>
            </a:schemeClr>
          </a:solidFill>
        </p:spPr>
        <p:txBody>
          <a:bodyPr wrap="square" lIns="93910" tIns="93910" rIns="93910" bIns="93910" anchor="t" anchorCtr="0">
            <a:spAutoFit/>
          </a:bodyPr>
          <a:lstStyle>
            <a:lvl1pPr marL="0" indent="0" algn="ctr">
              <a:buNone/>
              <a:defRPr sz="3792" b="1" u="none" baseline="0">
                <a:solidFill>
                  <a:schemeClr val="bg1"/>
                </a:solidFill>
                <a:latin typeface="Century Gothic" panose="020B050202020202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15369880" y="29310214"/>
            <a:ext cx="14289231" cy="897605"/>
          </a:xfrm>
          <a:prstGeom prst="rect">
            <a:avLst/>
          </a:prstGeom>
        </p:spPr>
        <p:txBody>
          <a:bodyPr wrap="square" lIns="234774" tIns="234774" rIns="234774" bIns="234774" anchor="t" anchorCtr="0">
            <a:spAutoFit/>
          </a:bodyPr>
          <a:lstStyle>
            <a:lvl1pPr marL="0" indent="0">
              <a:buNone/>
              <a:defRPr sz="2589">
                <a:solidFill>
                  <a:schemeClr val="accent5">
                    <a:lumMod val="50000"/>
                  </a:schemeClr>
                </a:solidFill>
                <a:latin typeface="Century Gothic" panose="020B0502020202020204" pitchFamily="34" charset="0"/>
                <a:cs typeface="Times New Roman" panose="02020603050405020304" pitchFamily="18" charset="0"/>
              </a:defRPr>
            </a:lvl1pPr>
            <a:lvl2pPr marL="1411267" indent="-542795">
              <a:defRPr sz="2404">
                <a:latin typeface="Trebuchet MS" pitchFamily="34" charset="0"/>
              </a:defRPr>
            </a:lvl2pPr>
            <a:lvl3pPr marL="1954062" indent="-542795">
              <a:defRPr sz="2404">
                <a:latin typeface="Trebuchet MS" pitchFamily="34" charset="0"/>
              </a:defRPr>
            </a:lvl3pPr>
            <a:lvl4pPr marL="2551137" indent="-597075">
              <a:defRPr sz="2404">
                <a:latin typeface="Trebuchet MS" pitchFamily="34" charset="0"/>
              </a:defRPr>
            </a:lvl4pPr>
            <a:lvl5pPr marL="2985373" indent="-434236">
              <a:defRPr sz="2404">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5369879" y="37239485"/>
            <a:ext cx="14276606" cy="800265"/>
          </a:xfrm>
          <a:prstGeom prst="rect">
            <a:avLst/>
          </a:prstGeom>
          <a:solidFill>
            <a:schemeClr val="accent5">
              <a:lumMod val="50000"/>
            </a:schemeClr>
          </a:solidFill>
        </p:spPr>
        <p:txBody>
          <a:bodyPr wrap="square" lIns="93910" tIns="93910" rIns="93910" bIns="93910" anchor="t" anchorCtr="0">
            <a:spAutoFit/>
          </a:bodyPr>
          <a:lstStyle>
            <a:lvl1pPr marL="0" indent="0" algn="ctr">
              <a:buNone/>
              <a:defRPr sz="3792" b="1" u="none" baseline="0">
                <a:solidFill>
                  <a:schemeClr val="bg1"/>
                </a:solidFill>
                <a:latin typeface="Century Gothic" panose="020B0502020202020204" pitchFamily="34"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5358805" y="38052768"/>
            <a:ext cx="14283756" cy="897605"/>
          </a:xfrm>
          <a:prstGeom prst="rect">
            <a:avLst/>
          </a:prstGeom>
        </p:spPr>
        <p:txBody>
          <a:bodyPr wrap="square" lIns="234774" tIns="234774" rIns="234774" bIns="234774" anchor="t" anchorCtr="0">
            <a:spAutoFit/>
          </a:bodyPr>
          <a:lstStyle>
            <a:lvl1pPr marL="0" indent="0">
              <a:buNone/>
              <a:defRPr sz="2589">
                <a:solidFill>
                  <a:schemeClr val="accent5">
                    <a:lumMod val="50000"/>
                  </a:schemeClr>
                </a:solidFill>
                <a:latin typeface="Century Gothic" panose="020B0502020202020204" pitchFamily="34" charset="0"/>
                <a:cs typeface="Times New Roman" panose="02020603050405020304" pitchFamily="18" charset="0"/>
              </a:defRPr>
            </a:lvl1pPr>
            <a:lvl2pPr marL="1411267" indent="-542795">
              <a:defRPr sz="2404">
                <a:latin typeface="Trebuchet MS" pitchFamily="34" charset="0"/>
              </a:defRPr>
            </a:lvl2pPr>
            <a:lvl3pPr marL="1954062" indent="-542795">
              <a:defRPr sz="2404">
                <a:latin typeface="Trebuchet MS" pitchFamily="34" charset="0"/>
              </a:defRPr>
            </a:lvl3pPr>
            <a:lvl4pPr marL="2551137" indent="-597075">
              <a:defRPr sz="2404">
                <a:latin typeface="Trebuchet MS" pitchFamily="34" charset="0"/>
              </a:defRPr>
            </a:lvl4pPr>
            <a:lvl5pPr marL="2985373" indent="-434236">
              <a:defRPr sz="2404">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623692" y="15739891"/>
            <a:ext cx="14300388" cy="897605"/>
          </a:xfrm>
          <a:prstGeom prst="rect">
            <a:avLst/>
          </a:prstGeom>
        </p:spPr>
        <p:txBody>
          <a:bodyPr wrap="square" lIns="234774" tIns="234774" rIns="234774" bIns="234774" anchor="t" anchorCtr="0">
            <a:spAutoFit/>
          </a:bodyPr>
          <a:lstStyle>
            <a:lvl1pPr marL="0" indent="0">
              <a:buNone/>
              <a:defRPr sz="2589">
                <a:solidFill>
                  <a:schemeClr val="accent5">
                    <a:lumMod val="50000"/>
                  </a:schemeClr>
                </a:solidFill>
                <a:latin typeface="Century Gothic" panose="020B0502020202020204" pitchFamily="34" charset="0"/>
                <a:cs typeface="Times New Roman" panose="02020603050405020304" pitchFamily="18" charset="0"/>
              </a:defRPr>
            </a:lvl1pPr>
            <a:lvl2pPr marL="1411267" indent="-542795">
              <a:defRPr sz="2404">
                <a:latin typeface="Trebuchet MS" pitchFamily="34" charset="0"/>
              </a:defRPr>
            </a:lvl2pPr>
            <a:lvl3pPr marL="1954062" indent="-542795">
              <a:defRPr sz="2404">
                <a:latin typeface="Trebuchet MS" pitchFamily="34" charset="0"/>
              </a:defRPr>
            </a:lvl3pPr>
            <a:lvl4pPr marL="2551137" indent="-597075">
              <a:defRPr sz="2404">
                <a:latin typeface="Trebuchet MS" pitchFamily="34" charset="0"/>
              </a:defRPr>
            </a:lvl4pPr>
            <a:lvl5pPr marL="2985373" indent="-434236">
              <a:defRPr sz="2404">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4112356" y="2806273"/>
            <a:ext cx="22050502" cy="604653"/>
          </a:xfrm>
          <a:prstGeom prst="rect">
            <a:avLst/>
          </a:prstGeom>
        </p:spPr>
        <p:txBody>
          <a:bodyPr anchor="t" anchorCtr="0">
            <a:spAutoFit/>
          </a:bodyPr>
          <a:lstStyle>
            <a:lvl1pPr marL="0" indent="0" algn="ctr">
              <a:buFontTx/>
              <a:buNone/>
              <a:defRPr sz="3329">
                <a:solidFill>
                  <a:schemeClr val="bg1"/>
                </a:solidFill>
                <a:latin typeface="Century Gothic" panose="020B0502020202020204" pitchFamily="34" charset="0"/>
              </a:defRPr>
            </a:lvl1pPr>
            <a:lvl2pPr>
              <a:buFontTx/>
              <a:buNone/>
              <a:defRPr sz="6659"/>
            </a:lvl2pPr>
            <a:lvl3pPr>
              <a:buFontTx/>
              <a:buNone/>
              <a:defRPr sz="6659"/>
            </a:lvl3pPr>
            <a:lvl4pPr>
              <a:buFontTx/>
              <a:buNone/>
              <a:defRPr sz="6659"/>
            </a:lvl4pPr>
            <a:lvl5pPr>
              <a:buFontTx/>
              <a:buNone/>
              <a:defRPr sz="6659"/>
            </a:lvl5pPr>
          </a:lstStyle>
          <a:p>
            <a:pPr lvl="0"/>
            <a:r>
              <a:rPr lang="en-US" dirty="0"/>
              <a:t>Click here to add affiliations</a:t>
            </a:r>
          </a:p>
        </p:txBody>
      </p:sp>
      <p:sp>
        <p:nvSpPr>
          <p:cNvPr id="79" name="Text Placeholder 76"/>
          <p:cNvSpPr>
            <a:spLocks noGrp="1"/>
          </p:cNvSpPr>
          <p:nvPr>
            <p:ph type="body" sz="quarter" idx="151" hasCustomPrompt="1"/>
          </p:nvPr>
        </p:nvSpPr>
        <p:spPr>
          <a:xfrm>
            <a:off x="4112356" y="1612859"/>
            <a:ext cx="22050502" cy="775469"/>
          </a:xfrm>
          <a:prstGeom prst="rect">
            <a:avLst/>
          </a:prstGeom>
        </p:spPr>
        <p:txBody>
          <a:bodyPr anchor="t" anchorCtr="0">
            <a:spAutoFit/>
          </a:bodyPr>
          <a:lstStyle>
            <a:lvl1pPr marL="0" indent="0" algn="ctr">
              <a:buFontTx/>
              <a:buNone/>
              <a:defRPr sz="4439">
                <a:solidFill>
                  <a:schemeClr val="bg1"/>
                </a:solidFill>
                <a:latin typeface="Century Gothic" panose="020B0502020202020204" pitchFamily="34" charset="0"/>
              </a:defRPr>
            </a:lvl1pPr>
            <a:lvl2pPr>
              <a:buFontTx/>
              <a:buNone/>
              <a:defRPr sz="6659"/>
            </a:lvl2pPr>
            <a:lvl3pPr>
              <a:buFontTx/>
              <a:buNone/>
              <a:defRPr sz="6659"/>
            </a:lvl3pPr>
            <a:lvl4pPr>
              <a:buFontTx/>
              <a:buNone/>
              <a:defRPr sz="6659"/>
            </a:lvl4pPr>
            <a:lvl5pPr>
              <a:buFontTx/>
              <a:buNone/>
              <a:defRPr sz="6659"/>
            </a:lvl5pPr>
          </a:lstStyle>
          <a:p>
            <a:pPr lvl="0"/>
            <a:r>
              <a:rPr lang="en-US" dirty="0"/>
              <a:t>Click here to add authors</a:t>
            </a:r>
          </a:p>
        </p:txBody>
      </p:sp>
      <p:sp>
        <p:nvSpPr>
          <p:cNvPr id="80" name="Text Placeholder 76"/>
          <p:cNvSpPr>
            <a:spLocks noGrp="1"/>
          </p:cNvSpPr>
          <p:nvPr>
            <p:ph type="body" sz="quarter" idx="153" hasCustomPrompt="1"/>
          </p:nvPr>
        </p:nvSpPr>
        <p:spPr>
          <a:xfrm>
            <a:off x="4112356" y="378128"/>
            <a:ext cx="22050502" cy="946285"/>
          </a:xfrm>
          <a:prstGeom prst="rect">
            <a:avLst/>
          </a:prstGeom>
        </p:spPr>
        <p:txBody>
          <a:bodyPr anchor="t" anchorCtr="0">
            <a:spAutoFit/>
          </a:bodyPr>
          <a:lstStyle>
            <a:lvl1pPr marL="0" indent="0" algn="ctr">
              <a:buFontTx/>
              <a:buNone/>
              <a:defRPr sz="5549" b="1">
                <a:solidFill>
                  <a:schemeClr val="bg1"/>
                </a:solidFill>
                <a:latin typeface="Century Gothic" panose="020B0502020202020204" pitchFamily="34" charset="0"/>
              </a:defRPr>
            </a:lvl1pPr>
            <a:lvl2pPr>
              <a:buFontTx/>
              <a:buNone/>
              <a:defRPr sz="6659"/>
            </a:lvl2pPr>
            <a:lvl3pPr>
              <a:buFontTx/>
              <a:buNone/>
              <a:defRPr sz="6659"/>
            </a:lvl3pPr>
            <a:lvl4pPr>
              <a:buFontTx/>
              <a:buNone/>
              <a:defRPr sz="6659"/>
            </a:lvl4pPr>
            <a:lvl5pPr>
              <a:buFontTx/>
              <a:buNone/>
              <a:defRPr sz="6659"/>
            </a:lvl5pPr>
          </a:lstStyle>
          <a:p>
            <a:pPr lvl="0"/>
            <a:r>
              <a:rPr lang="en-US" dirty="0"/>
              <a:t>Click here to add title</a:t>
            </a:r>
          </a:p>
        </p:txBody>
      </p:sp>
      <p:sp>
        <p:nvSpPr>
          <p:cNvPr id="15" name="Text Placeholder 5">
            <a:extLst>
              <a:ext uri="{FF2B5EF4-FFF2-40B4-BE49-F238E27FC236}">
                <a16:creationId xmlns:a16="http://schemas.microsoft.com/office/drawing/2014/main" id="{E2DAFF06-1F5E-9C9D-786D-FC74415462E2}"/>
              </a:ext>
            </a:extLst>
          </p:cNvPr>
          <p:cNvSpPr>
            <a:spLocks noGrp="1"/>
          </p:cNvSpPr>
          <p:nvPr>
            <p:ph type="body" sz="quarter" idx="154" hasCustomPrompt="1"/>
          </p:nvPr>
        </p:nvSpPr>
        <p:spPr>
          <a:xfrm>
            <a:off x="608501" y="26859656"/>
            <a:ext cx="14291358" cy="800265"/>
          </a:xfrm>
          <a:prstGeom prst="rect">
            <a:avLst/>
          </a:prstGeom>
          <a:solidFill>
            <a:schemeClr val="accent5">
              <a:lumMod val="50000"/>
            </a:schemeClr>
          </a:solidFill>
        </p:spPr>
        <p:txBody>
          <a:bodyPr wrap="square" lIns="93910" tIns="93910" rIns="93910" bIns="93910" anchor="t" anchorCtr="0">
            <a:spAutoFit/>
          </a:bodyPr>
          <a:lstStyle>
            <a:lvl1pPr marL="0" indent="0" algn="ctr">
              <a:buNone/>
              <a:defRPr sz="3792" b="1" u="none" baseline="0">
                <a:solidFill>
                  <a:schemeClr val="bg1"/>
                </a:solidFill>
                <a:latin typeface="Century Gothic" panose="020B0502020202020204" pitchFamily="34" charset="0"/>
              </a:defRPr>
            </a:lvl1pPr>
          </a:lstStyle>
          <a:p>
            <a:pPr lvl="0"/>
            <a:r>
              <a:rPr lang="en-US" dirty="0"/>
              <a:t>(click to edit)  RESULTS</a:t>
            </a:r>
          </a:p>
        </p:txBody>
      </p:sp>
      <p:sp>
        <p:nvSpPr>
          <p:cNvPr id="16" name="Text Placeholder 3">
            <a:extLst>
              <a:ext uri="{FF2B5EF4-FFF2-40B4-BE49-F238E27FC236}">
                <a16:creationId xmlns:a16="http://schemas.microsoft.com/office/drawing/2014/main" id="{B5CA7328-00C4-E3AF-749F-18F2579A3EAE}"/>
              </a:ext>
            </a:extLst>
          </p:cNvPr>
          <p:cNvSpPr>
            <a:spLocks noGrp="1"/>
          </p:cNvSpPr>
          <p:nvPr>
            <p:ph type="body" sz="quarter" idx="155" hasCustomPrompt="1"/>
          </p:nvPr>
        </p:nvSpPr>
        <p:spPr>
          <a:xfrm>
            <a:off x="595982" y="27654801"/>
            <a:ext cx="14300388" cy="897605"/>
          </a:xfrm>
          <a:prstGeom prst="rect">
            <a:avLst/>
          </a:prstGeom>
        </p:spPr>
        <p:txBody>
          <a:bodyPr wrap="square" lIns="234774" tIns="234774" rIns="234774" bIns="234774" anchor="t" anchorCtr="0">
            <a:spAutoFit/>
          </a:bodyPr>
          <a:lstStyle>
            <a:lvl1pPr marL="0" indent="0">
              <a:buNone/>
              <a:defRPr sz="2589">
                <a:solidFill>
                  <a:schemeClr val="accent5">
                    <a:lumMod val="50000"/>
                  </a:schemeClr>
                </a:solidFill>
                <a:latin typeface="Century Gothic" panose="020B0502020202020204" pitchFamily="34" charset="0"/>
                <a:cs typeface="Times New Roman" panose="02020603050405020304" pitchFamily="18" charset="0"/>
              </a:defRPr>
            </a:lvl1pPr>
            <a:lvl2pPr marL="1411267" indent="-542795">
              <a:defRPr sz="2404">
                <a:latin typeface="Trebuchet MS" pitchFamily="34" charset="0"/>
              </a:defRPr>
            </a:lvl2pPr>
            <a:lvl3pPr marL="1954062" indent="-542795">
              <a:defRPr sz="2404">
                <a:latin typeface="Trebuchet MS" pitchFamily="34" charset="0"/>
              </a:defRPr>
            </a:lvl3pPr>
            <a:lvl4pPr marL="2551137" indent="-597075">
              <a:defRPr sz="2404">
                <a:latin typeface="Trebuchet MS" pitchFamily="34" charset="0"/>
              </a:defRPr>
            </a:lvl4pPr>
            <a:lvl5pPr marL="2985373" indent="-434236">
              <a:defRPr sz="2404">
                <a:latin typeface="Trebuchet MS" pitchFamily="34" charset="0"/>
              </a:defRPr>
            </a:lvl5pPr>
          </a:lstStyle>
          <a:p>
            <a:pPr lvl="0"/>
            <a:r>
              <a:rPr lang="en-US" dirty="0"/>
              <a:t>Type in or paste your text here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23691" y="7585962"/>
            <a:ext cx="14299153" cy="897605"/>
          </a:xfrm>
          <a:prstGeom prst="rect">
            <a:avLst/>
          </a:prstGeom>
        </p:spPr>
        <p:txBody>
          <a:bodyPr wrap="square" lIns="234774" tIns="234774" rIns="234774" bIns="234774">
            <a:spAutoFit/>
          </a:bodyPr>
          <a:lstStyle>
            <a:lvl1pPr marL="0" indent="0">
              <a:buNone/>
              <a:defRPr sz="2589">
                <a:solidFill>
                  <a:schemeClr val="accent5">
                    <a:lumMod val="50000"/>
                  </a:schemeClr>
                </a:solidFill>
                <a:latin typeface="Times New Roman" panose="02020603050405020304" pitchFamily="18" charset="0"/>
                <a:cs typeface="Times New Roman" panose="02020603050405020304" pitchFamily="18" charset="0"/>
              </a:defRPr>
            </a:lvl1pPr>
            <a:lvl2pPr marL="1411267" indent="-542795">
              <a:defRPr sz="2404">
                <a:latin typeface="Trebuchet MS" pitchFamily="34" charset="0"/>
              </a:defRPr>
            </a:lvl2pPr>
            <a:lvl3pPr marL="1954062" indent="-542795">
              <a:defRPr sz="2404">
                <a:latin typeface="Trebuchet MS" pitchFamily="34" charset="0"/>
              </a:defRPr>
            </a:lvl3pPr>
            <a:lvl4pPr marL="2551137" indent="-597075">
              <a:defRPr sz="2404">
                <a:latin typeface="Trebuchet MS" pitchFamily="34" charset="0"/>
              </a:defRPr>
            </a:lvl4pPr>
            <a:lvl5pPr marL="2985373" indent="-434236">
              <a:defRPr sz="2404">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636213" y="6847036"/>
            <a:ext cx="14287866" cy="800265"/>
          </a:xfrm>
          <a:prstGeom prst="rect">
            <a:avLst/>
          </a:prstGeom>
          <a:noFill/>
        </p:spPr>
        <p:txBody>
          <a:bodyPr wrap="square" lIns="93910" tIns="93910" rIns="93910" bIns="93910" anchor="ctr" anchorCtr="0">
            <a:spAutoFit/>
          </a:bodyPr>
          <a:lstStyle>
            <a:lvl1pPr marL="0" indent="0" algn="ctr">
              <a:buNone/>
              <a:defRPr sz="3792"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636210" y="18480517"/>
            <a:ext cx="14291358" cy="800265"/>
          </a:xfrm>
          <a:prstGeom prst="rect">
            <a:avLst/>
          </a:prstGeom>
          <a:noFill/>
        </p:spPr>
        <p:txBody>
          <a:bodyPr wrap="square" lIns="93910" tIns="93910" rIns="93910" bIns="93910" anchor="ctr" anchorCtr="0">
            <a:spAutoFit/>
          </a:bodyPr>
          <a:lstStyle>
            <a:lvl1pPr marL="0" indent="0" algn="ctr">
              <a:buNone/>
              <a:defRPr sz="3792"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5353329" y="6847036"/>
            <a:ext cx="14287681" cy="800265"/>
          </a:xfrm>
          <a:prstGeom prst="rect">
            <a:avLst/>
          </a:prstGeom>
          <a:noFill/>
        </p:spPr>
        <p:txBody>
          <a:bodyPr wrap="square" lIns="93910" tIns="93910" rIns="93910" bIns="93910" anchor="ctr" anchorCtr="0">
            <a:spAutoFit/>
          </a:bodyPr>
          <a:lstStyle>
            <a:lvl1pPr marL="0" indent="0" algn="ctr">
              <a:buNone/>
              <a:defRPr sz="3792"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5353329" y="7585962"/>
            <a:ext cx="14287681" cy="897605"/>
          </a:xfrm>
          <a:prstGeom prst="rect">
            <a:avLst/>
          </a:prstGeom>
        </p:spPr>
        <p:txBody>
          <a:bodyPr wrap="square" lIns="234774" tIns="234774" rIns="234774" bIns="234774">
            <a:spAutoFit/>
          </a:bodyPr>
          <a:lstStyle>
            <a:lvl1pPr marL="0" indent="0">
              <a:buNone/>
              <a:defRPr sz="2589">
                <a:solidFill>
                  <a:schemeClr val="accent5">
                    <a:lumMod val="50000"/>
                  </a:schemeClr>
                </a:solidFill>
                <a:latin typeface="Times New Roman" panose="02020603050405020304" pitchFamily="18" charset="0"/>
                <a:cs typeface="Times New Roman" panose="02020603050405020304" pitchFamily="18" charset="0"/>
              </a:defRPr>
            </a:lvl1pPr>
            <a:lvl2pPr marL="1411267" indent="-542795">
              <a:defRPr sz="2404">
                <a:latin typeface="Trebuchet MS" pitchFamily="34" charset="0"/>
              </a:defRPr>
            </a:lvl2pPr>
            <a:lvl3pPr marL="1954062" indent="-542795">
              <a:defRPr sz="2404">
                <a:latin typeface="Trebuchet MS" pitchFamily="34" charset="0"/>
              </a:defRPr>
            </a:lvl3pPr>
            <a:lvl4pPr marL="2551137" indent="-597075">
              <a:defRPr sz="2404">
                <a:latin typeface="Trebuchet MS" pitchFamily="34" charset="0"/>
              </a:defRPr>
            </a:lvl4pPr>
            <a:lvl5pPr marL="2985373" indent="-434236">
              <a:defRPr sz="2404">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5353329" y="18503095"/>
            <a:ext cx="14283756" cy="800265"/>
          </a:xfrm>
          <a:prstGeom prst="rect">
            <a:avLst/>
          </a:prstGeom>
          <a:noFill/>
        </p:spPr>
        <p:txBody>
          <a:bodyPr wrap="square" lIns="93910" tIns="93910" rIns="93910" bIns="93910" anchor="ctr" anchorCtr="0">
            <a:spAutoFit/>
          </a:bodyPr>
          <a:lstStyle>
            <a:lvl1pPr marL="0" indent="0" algn="ctr">
              <a:buNone/>
              <a:defRPr sz="3792"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5347853" y="19296378"/>
            <a:ext cx="14289231" cy="897605"/>
          </a:xfrm>
          <a:prstGeom prst="rect">
            <a:avLst/>
          </a:prstGeom>
        </p:spPr>
        <p:txBody>
          <a:bodyPr wrap="square" lIns="234774" tIns="234774" rIns="234774" bIns="234774">
            <a:spAutoFit/>
          </a:bodyPr>
          <a:lstStyle>
            <a:lvl1pPr marL="0" indent="0">
              <a:buNone/>
              <a:defRPr sz="2589">
                <a:solidFill>
                  <a:schemeClr val="accent5">
                    <a:lumMod val="50000"/>
                  </a:schemeClr>
                </a:solidFill>
                <a:latin typeface="Times New Roman" panose="02020603050405020304" pitchFamily="18" charset="0"/>
                <a:cs typeface="Times New Roman" panose="02020603050405020304" pitchFamily="18" charset="0"/>
              </a:defRPr>
            </a:lvl1pPr>
            <a:lvl2pPr marL="1411267" indent="-542795">
              <a:defRPr sz="2404">
                <a:latin typeface="Trebuchet MS" pitchFamily="34" charset="0"/>
              </a:defRPr>
            </a:lvl2pPr>
            <a:lvl3pPr marL="1954062" indent="-542795">
              <a:defRPr sz="2404">
                <a:latin typeface="Trebuchet MS" pitchFamily="34" charset="0"/>
              </a:defRPr>
            </a:lvl3pPr>
            <a:lvl4pPr marL="2551137" indent="-597075">
              <a:defRPr sz="2404">
                <a:latin typeface="Trebuchet MS" pitchFamily="34" charset="0"/>
              </a:defRPr>
            </a:lvl4pPr>
            <a:lvl5pPr marL="2985373" indent="-434236">
              <a:defRPr sz="2404">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5364403" y="33390900"/>
            <a:ext cx="14276606" cy="800265"/>
          </a:xfrm>
          <a:prstGeom prst="rect">
            <a:avLst/>
          </a:prstGeom>
          <a:noFill/>
        </p:spPr>
        <p:txBody>
          <a:bodyPr wrap="square" lIns="93910" tIns="93910" rIns="93910" bIns="93910" anchor="ctr" anchorCtr="0">
            <a:spAutoFit/>
          </a:bodyPr>
          <a:lstStyle>
            <a:lvl1pPr marL="0" indent="0" algn="ctr">
              <a:buNone/>
              <a:defRPr sz="3792"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5353329" y="34204184"/>
            <a:ext cx="14283756" cy="897605"/>
          </a:xfrm>
          <a:prstGeom prst="rect">
            <a:avLst/>
          </a:prstGeom>
        </p:spPr>
        <p:txBody>
          <a:bodyPr wrap="square" lIns="234774" tIns="234774" rIns="234774" bIns="234774">
            <a:spAutoFit/>
          </a:bodyPr>
          <a:lstStyle>
            <a:lvl1pPr marL="0" indent="0">
              <a:buNone/>
              <a:defRPr sz="2589">
                <a:solidFill>
                  <a:schemeClr val="accent5">
                    <a:lumMod val="50000"/>
                  </a:schemeClr>
                </a:solidFill>
                <a:latin typeface="Times New Roman" panose="02020603050405020304" pitchFamily="18" charset="0"/>
                <a:cs typeface="Times New Roman" panose="02020603050405020304" pitchFamily="18" charset="0"/>
              </a:defRPr>
            </a:lvl1pPr>
            <a:lvl2pPr marL="1411267" indent="-542795">
              <a:defRPr sz="2404">
                <a:latin typeface="Trebuchet MS" pitchFamily="34" charset="0"/>
              </a:defRPr>
            </a:lvl2pPr>
            <a:lvl3pPr marL="1954062" indent="-542795">
              <a:defRPr sz="2404">
                <a:latin typeface="Trebuchet MS" pitchFamily="34" charset="0"/>
              </a:defRPr>
            </a:lvl3pPr>
            <a:lvl4pPr marL="2551137" indent="-597075">
              <a:defRPr sz="2404">
                <a:latin typeface="Trebuchet MS" pitchFamily="34" charset="0"/>
              </a:defRPr>
            </a:lvl4pPr>
            <a:lvl5pPr marL="2985373" indent="-434236">
              <a:defRPr sz="2404">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623691" y="19275662"/>
            <a:ext cx="14300388" cy="897605"/>
          </a:xfrm>
          <a:prstGeom prst="rect">
            <a:avLst/>
          </a:prstGeom>
        </p:spPr>
        <p:txBody>
          <a:bodyPr wrap="square" lIns="234774" tIns="234774" rIns="234774" bIns="234774">
            <a:spAutoFit/>
          </a:bodyPr>
          <a:lstStyle>
            <a:lvl1pPr marL="0" indent="0">
              <a:buNone/>
              <a:defRPr sz="2589">
                <a:solidFill>
                  <a:schemeClr val="accent5">
                    <a:lumMod val="50000"/>
                  </a:schemeClr>
                </a:solidFill>
                <a:latin typeface="Times New Roman" panose="02020603050405020304" pitchFamily="18" charset="0"/>
                <a:cs typeface="Times New Roman" panose="02020603050405020304" pitchFamily="18" charset="0"/>
              </a:defRPr>
            </a:lvl1pPr>
            <a:lvl2pPr marL="1411267" indent="-542795">
              <a:defRPr sz="2404">
                <a:latin typeface="Trebuchet MS" pitchFamily="34" charset="0"/>
              </a:defRPr>
            </a:lvl2pPr>
            <a:lvl3pPr marL="1954062" indent="-542795">
              <a:defRPr sz="2404">
                <a:latin typeface="Trebuchet MS" pitchFamily="34" charset="0"/>
              </a:defRPr>
            </a:lvl3pPr>
            <a:lvl4pPr marL="2551137" indent="-597075">
              <a:defRPr sz="2404">
                <a:latin typeface="Trebuchet MS" pitchFamily="34" charset="0"/>
              </a:defRPr>
            </a:lvl4pPr>
            <a:lvl5pPr marL="2985373" indent="-434236">
              <a:defRPr sz="2404">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4112356" y="4860781"/>
            <a:ext cx="22050502" cy="1248443"/>
          </a:xfrm>
          <a:prstGeom prst="rect">
            <a:avLst/>
          </a:prstGeom>
        </p:spPr>
        <p:txBody>
          <a:bodyPr>
            <a:normAutofit/>
          </a:bodyPr>
          <a:lstStyle>
            <a:lvl1pPr marL="0" indent="0" algn="ctr">
              <a:buFontTx/>
              <a:buNone/>
              <a:defRPr sz="6104">
                <a:solidFill>
                  <a:schemeClr val="accent5">
                    <a:lumMod val="50000"/>
                  </a:schemeClr>
                </a:solidFill>
                <a:latin typeface="+mj-lt"/>
              </a:defRPr>
            </a:lvl1pPr>
            <a:lvl2pPr>
              <a:buFontTx/>
              <a:buNone/>
              <a:defRPr sz="6659"/>
            </a:lvl2pPr>
            <a:lvl3pPr>
              <a:buFontTx/>
              <a:buNone/>
              <a:defRPr sz="6659"/>
            </a:lvl3pPr>
            <a:lvl4pPr>
              <a:buFontTx/>
              <a:buNone/>
              <a:defRPr sz="6659"/>
            </a:lvl4pPr>
            <a:lvl5pPr>
              <a:buFontTx/>
              <a:buNone/>
              <a:defRPr sz="6659"/>
            </a:lvl5pPr>
          </a:lstStyle>
          <a:p>
            <a:pPr lvl="0"/>
            <a:r>
              <a:rPr lang="en-US" dirty="0"/>
              <a:t>Click here to add affiliations</a:t>
            </a:r>
          </a:p>
        </p:txBody>
      </p:sp>
      <p:sp>
        <p:nvSpPr>
          <p:cNvPr id="79" name="Text Placeholder 76"/>
          <p:cNvSpPr>
            <a:spLocks noGrp="1"/>
          </p:cNvSpPr>
          <p:nvPr>
            <p:ph type="body" sz="quarter" idx="151" hasCustomPrompt="1"/>
          </p:nvPr>
        </p:nvSpPr>
        <p:spPr>
          <a:xfrm>
            <a:off x="4112356" y="2887795"/>
            <a:ext cx="22050502" cy="1868179"/>
          </a:xfrm>
          <a:prstGeom prst="rect">
            <a:avLst/>
          </a:prstGeom>
        </p:spPr>
        <p:txBody>
          <a:bodyPr anchor="t" anchorCtr="1">
            <a:normAutofit/>
          </a:bodyPr>
          <a:lstStyle>
            <a:lvl1pPr marL="0" indent="0" algn="ctr">
              <a:buFontTx/>
              <a:buNone/>
              <a:defRPr sz="8878">
                <a:solidFill>
                  <a:schemeClr val="accent5">
                    <a:lumMod val="50000"/>
                  </a:schemeClr>
                </a:solidFill>
                <a:latin typeface="+mj-lt"/>
              </a:defRPr>
            </a:lvl1pPr>
            <a:lvl2pPr>
              <a:buFontTx/>
              <a:buNone/>
              <a:defRPr sz="6659"/>
            </a:lvl2pPr>
            <a:lvl3pPr>
              <a:buFontTx/>
              <a:buNone/>
              <a:defRPr sz="6659"/>
            </a:lvl3pPr>
            <a:lvl4pPr>
              <a:buFontTx/>
              <a:buNone/>
              <a:defRPr sz="6659"/>
            </a:lvl4pPr>
            <a:lvl5pPr>
              <a:buFontTx/>
              <a:buNone/>
              <a:defRPr sz="6659"/>
            </a:lvl5pPr>
          </a:lstStyle>
          <a:p>
            <a:pPr lvl="0"/>
            <a:r>
              <a:rPr lang="en-US" dirty="0"/>
              <a:t>Click here to add authors</a:t>
            </a:r>
          </a:p>
        </p:txBody>
      </p:sp>
      <p:sp>
        <p:nvSpPr>
          <p:cNvPr id="80" name="Text Placeholder 76"/>
          <p:cNvSpPr>
            <a:spLocks noGrp="1"/>
          </p:cNvSpPr>
          <p:nvPr>
            <p:ph type="body" sz="quarter" idx="153" hasCustomPrompt="1"/>
          </p:nvPr>
        </p:nvSpPr>
        <p:spPr>
          <a:xfrm>
            <a:off x="4112356" y="565861"/>
            <a:ext cx="22050502" cy="2321934"/>
          </a:xfrm>
          <a:prstGeom prst="rect">
            <a:avLst/>
          </a:prstGeom>
        </p:spPr>
        <p:txBody>
          <a:bodyPr anchor="t" anchorCtr="1">
            <a:normAutofit/>
          </a:bodyPr>
          <a:lstStyle>
            <a:lvl1pPr marL="0" indent="0" algn="ctr">
              <a:buFontTx/>
              <a:buNone/>
              <a:defRPr sz="12762" b="1">
                <a:solidFill>
                  <a:schemeClr val="accent5">
                    <a:lumMod val="50000"/>
                  </a:schemeClr>
                </a:solidFill>
                <a:latin typeface="+mj-lt"/>
              </a:defRPr>
            </a:lvl1pPr>
            <a:lvl2pPr>
              <a:buFontTx/>
              <a:buNone/>
              <a:defRPr sz="6659"/>
            </a:lvl2pPr>
            <a:lvl3pPr>
              <a:buFontTx/>
              <a:buNone/>
              <a:defRPr sz="6659"/>
            </a:lvl3pPr>
            <a:lvl4pPr>
              <a:buFontTx/>
              <a:buNone/>
              <a:defRPr sz="6659"/>
            </a:lvl4pPr>
            <a:lvl5pPr>
              <a:buFontTx/>
              <a:buNone/>
              <a:defRPr sz="6659"/>
            </a:lvl5pPr>
          </a:lstStyle>
          <a:p>
            <a:pPr lvl="0"/>
            <a:r>
              <a:rPr lang="en-US" dirty="0"/>
              <a:t>Click here to add title</a:t>
            </a:r>
          </a:p>
        </p:txBody>
      </p:sp>
    </p:spTree>
    <p:extLst>
      <p:ext uri="{BB962C8B-B14F-4D97-AF65-F5344CB8AC3E}">
        <p14:creationId xmlns:p14="http://schemas.microsoft.com/office/powerpoint/2010/main" val="247727751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95B833A2-978D-2EBD-A256-88D044679473}"/>
              </a:ext>
            </a:extLst>
          </p:cNvPr>
          <p:cNvGrpSpPr/>
          <p:nvPr userDrawn="1"/>
        </p:nvGrpSpPr>
        <p:grpSpPr>
          <a:xfrm>
            <a:off x="0" y="-1"/>
            <a:ext cx="30275213" cy="5162735"/>
            <a:chOff x="0" y="-1"/>
            <a:chExt cx="12192000" cy="1219223"/>
          </a:xfrm>
        </p:grpSpPr>
        <p:sp>
          <p:nvSpPr>
            <p:cNvPr id="6" name="Document 5">
              <a:extLst>
                <a:ext uri="{FF2B5EF4-FFF2-40B4-BE49-F238E27FC236}">
                  <a16:creationId xmlns:a16="http://schemas.microsoft.com/office/drawing/2014/main" id="{87030887-BE8A-834C-FEFA-9FA0DB78F4AB}"/>
                </a:ext>
              </a:extLst>
            </p:cNvPr>
            <p:cNvSpPr/>
            <p:nvPr/>
          </p:nvSpPr>
          <p:spPr>
            <a:xfrm>
              <a:off x="0" y="89065"/>
              <a:ext cx="12192000" cy="1130157"/>
            </a:xfrm>
            <a:prstGeom prst="flowChartDocument">
              <a:avLst/>
            </a:prstGeom>
            <a:gradFill>
              <a:gsLst>
                <a:gs pos="0">
                  <a:srgbClr val="C00000"/>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49"/>
            </a:p>
          </p:txBody>
        </p:sp>
        <p:sp>
          <p:nvSpPr>
            <p:cNvPr id="7" name="Document 6">
              <a:extLst>
                <a:ext uri="{FF2B5EF4-FFF2-40B4-BE49-F238E27FC236}">
                  <a16:creationId xmlns:a16="http://schemas.microsoft.com/office/drawing/2014/main" id="{F116E20B-1CFA-C108-6B90-643A50827B7F}"/>
                </a:ext>
              </a:extLst>
            </p:cNvPr>
            <p:cNvSpPr/>
            <p:nvPr/>
          </p:nvSpPr>
          <p:spPr>
            <a:xfrm>
              <a:off x="0" y="-1"/>
              <a:ext cx="12192000" cy="1130157"/>
            </a:xfrm>
            <a:prstGeom prst="flowChartDocumen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49" dirty="0"/>
            </a:p>
          </p:txBody>
        </p:sp>
      </p:grpSp>
    </p:spTree>
  </p:cSld>
  <p:clrMap bg1="lt1" tx1="dk1" bg2="lt2" tx2="dk2" accent1="accent1" accent2="accent2" accent3="accent3" accent4="accent4" accent5="accent5" accent6="accent6" hlink="hlink" folHlink="folHlink"/>
  <p:sldLayoutIdLst>
    <p:sldLayoutId id="2147483659" r:id="rId1"/>
  </p:sldLayoutIdLst>
  <p:txStyles>
    <p:titleStyle>
      <a:lvl1pPr algn="ctr" defTabSz="4168665" rtl="0" eaLnBrk="1" latinLnBrk="0" hangingPunct="1">
        <a:spcBef>
          <a:spcPct val="0"/>
        </a:spcBef>
        <a:buNone/>
        <a:defRPr sz="8323" kern="1200">
          <a:solidFill>
            <a:schemeClr val="bg1"/>
          </a:solidFill>
          <a:latin typeface="Trebuchet MS" pitchFamily="34" charset="0"/>
          <a:ea typeface="+mj-ea"/>
          <a:cs typeface="+mj-cs"/>
        </a:defRPr>
      </a:lvl1pPr>
    </p:titleStyle>
    <p:bodyStyle>
      <a:lvl1pPr marL="1563250" indent="-1563250" algn="l" defTabSz="4168665" rtl="0" eaLnBrk="1" latinLnBrk="0" hangingPunct="1">
        <a:spcBef>
          <a:spcPct val="20000"/>
        </a:spcBef>
        <a:buFont typeface="Arial" pitchFamily="34" charset="0"/>
        <a:buChar char="•"/>
        <a:defRPr sz="14612" kern="1200">
          <a:solidFill>
            <a:schemeClr val="tx1"/>
          </a:solidFill>
          <a:latin typeface="+mn-lt"/>
          <a:ea typeface="+mn-ea"/>
          <a:cs typeface="+mn-cs"/>
        </a:defRPr>
      </a:lvl1pPr>
      <a:lvl2pPr marL="3387040" indent="-1302707" algn="l" defTabSz="4168665" rtl="0" eaLnBrk="1" latinLnBrk="0" hangingPunct="1">
        <a:spcBef>
          <a:spcPct val="20000"/>
        </a:spcBef>
        <a:buFont typeface="Arial" pitchFamily="34" charset="0"/>
        <a:buChar char="–"/>
        <a:defRPr sz="12855" kern="1200">
          <a:solidFill>
            <a:schemeClr val="tx1"/>
          </a:solidFill>
          <a:latin typeface="+mn-lt"/>
          <a:ea typeface="+mn-ea"/>
          <a:cs typeface="+mn-cs"/>
        </a:defRPr>
      </a:lvl2pPr>
      <a:lvl3pPr marL="5210833" indent="-1042167" algn="l" defTabSz="4168665" rtl="0" eaLnBrk="1" latinLnBrk="0" hangingPunct="1">
        <a:spcBef>
          <a:spcPct val="20000"/>
        </a:spcBef>
        <a:buFont typeface="Arial" pitchFamily="34" charset="0"/>
        <a:buChar char="•"/>
        <a:defRPr sz="11005" kern="1200">
          <a:solidFill>
            <a:schemeClr val="tx1"/>
          </a:solidFill>
          <a:latin typeface="+mn-lt"/>
          <a:ea typeface="+mn-ea"/>
          <a:cs typeface="+mn-cs"/>
        </a:defRPr>
      </a:lvl3pPr>
      <a:lvl4pPr marL="7295165" indent="-1042167" algn="l" defTabSz="4168665" rtl="0" eaLnBrk="1" latinLnBrk="0" hangingPunct="1">
        <a:spcBef>
          <a:spcPct val="20000"/>
        </a:spcBef>
        <a:buFont typeface="Arial" pitchFamily="34" charset="0"/>
        <a:buChar char="–"/>
        <a:defRPr sz="9156" kern="1200">
          <a:solidFill>
            <a:schemeClr val="tx1"/>
          </a:solidFill>
          <a:latin typeface="+mn-lt"/>
          <a:ea typeface="+mn-ea"/>
          <a:cs typeface="+mn-cs"/>
        </a:defRPr>
      </a:lvl4pPr>
      <a:lvl5pPr marL="9379496" indent="-1042167" algn="l" defTabSz="4168665" rtl="0" eaLnBrk="1" latinLnBrk="0" hangingPunct="1">
        <a:spcBef>
          <a:spcPct val="20000"/>
        </a:spcBef>
        <a:buFont typeface="Arial" pitchFamily="34" charset="0"/>
        <a:buChar char="»"/>
        <a:defRPr sz="9156" kern="1200">
          <a:solidFill>
            <a:schemeClr val="tx1"/>
          </a:solidFill>
          <a:latin typeface="+mn-lt"/>
          <a:ea typeface="+mn-ea"/>
          <a:cs typeface="+mn-cs"/>
        </a:defRPr>
      </a:lvl5pPr>
      <a:lvl6pPr marL="11463830" indent="-1042167" algn="l" defTabSz="4168665" rtl="0" eaLnBrk="1" latinLnBrk="0" hangingPunct="1">
        <a:spcBef>
          <a:spcPct val="20000"/>
        </a:spcBef>
        <a:buFont typeface="Arial" pitchFamily="34" charset="0"/>
        <a:buChar char="•"/>
        <a:defRPr sz="9156" kern="1200">
          <a:solidFill>
            <a:schemeClr val="tx1"/>
          </a:solidFill>
          <a:latin typeface="+mn-lt"/>
          <a:ea typeface="+mn-ea"/>
          <a:cs typeface="+mn-cs"/>
        </a:defRPr>
      </a:lvl6pPr>
      <a:lvl7pPr marL="13548161" indent="-1042167" algn="l" defTabSz="4168665" rtl="0" eaLnBrk="1" latinLnBrk="0" hangingPunct="1">
        <a:spcBef>
          <a:spcPct val="20000"/>
        </a:spcBef>
        <a:buFont typeface="Arial" pitchFamily="34" charset="0"/>
        <a:buChar char="•"/>
        <a:defRPr sz="9156" kern="1200">
          <a:solidFill>
            <a:schemeClr val="tx1"/>
          </a:solidFill>
          <a:latin typeface="+mn-lt"/>
          <a:ea typeface="+mn-ea"/>
          <a:cs typeface="+mn-cs"/>
        </a:defRPr>
      </a:lvl7pPr>
      <a:lvl8pPr marL="15632495" indent="-1042167" algn="l" defTabSz="4168665" rtl="0" eaLnBrk="1" latinLnBrk="0" hangingPunct="1">
        <a:spcBef>
          <a:spcPct val="20000"/>
        </a:spcBef>
        <a:buFont typeface="Arial" pitchFamily="34" charset="0"/>
        <a:buChar char="•"/>
        <a:defRPr sz="9156" kern="1200">
          <a:solidFill>
            <a:schemeClr val="tx1"/>
          </a:solidFill>
          <a:latin typeface="+mn-lt"/>
          <a:ea typeface="+mn-ea"/>
          <a:cs typeface="+mn-cs"/>
        </a:defRPr>
      </a:lvl8pPr>
      <a:lvl9pPr marL="17716827" indent="-1042167" algn="l" defTabSz="4168665" rtl="0" eaLnBrk="1" latinLnBrk="0" hangingPunct="1">
        <a:spcBef>
          <a:spcPct val="20000"/>
        </a:spcBef>
        <a:buFont typeface="Arial" pitchFamily="34" charset="0"/>
        <a:buChar char="•"/>
        <a:defRPr sz="9156" kern="1200">
          <a:solidFill>
            <a:schemeClr val="tx1"/>
          </a:solidFill>
          <a:latin typeface="+mn-lt"/>
          <a:ea typeface="+mn-ea"/>
          <a:cs typeface="+mn-cs"/>
        </a:defRPr>
      </a:lvl9pPr>
    </p:bodyStyle>
    <p:otherStyle>
      <a:defPPr>
        <a:defRPr lang="en-US"/>
      </a:defPPr>
      <a:lvl1pPr marL="0" algn="l" defTabSz="4168665" rtl="0" eaLnBrk="1" latinLnBrk="0" hangingPunct="1">
        <a:defRPr sz="8231" kern="1200">
          <a:solidFill>
            <a:schemeClr val="tx1"/>
          </a:solidFill>
          <a:latin typeface="+mn-lt"/>
          <a:ea typeface="+mn-ea"/>
          <a:cs typeface="+mn-cs"/>
        </a:defRPr>
      </a:lvl1pPr>
      <a:lvl2pPr marL="2084334" algn="l" defTabSz="4168665" rtl="0" eaLnBrk="1" latinLnBrk="0" hangingPunct="1">
        <a:defRPr sz="8231" kern="1200">
          <a:solidFill>
            <a:schemeClr val="tx1"/>
          </a:solidFill>
          <a:latin typeface="+mn-lt"/>
          <a:ea typeface="+mn-ea"/>
          <a:cs typeface="+mn-cs"/>
        </a:defRPr>
      </a:lvl2pPr>
      <a:lvl3pPr marL="4168665" algn="l" defTabSz="4168665" rtl="0" eaLnBrk="1" latinLnBrk="0" hangingPunct="1">
        <a:defRPr sz="8231" kern="1200">
          <a:solidFill>
            <a:schemeClr val="tx1"/>
          </a:solidFill>
          <a:latin typeface="+mn-lt"/>
          <a:ea typeface="+mn-ea"/>
          <a:cs typeface="+mn-cs"/>
        </a:defRPr>
      </a:lvl3pPr>
      <a:lvl4pPr marL="6252997" algn="l" defTabSz="4168665" rtl="0" eaLnBrk="1" latinLnBrk="0" hangingPunct="1">
        <a:defRPr sz="8231" kern="1200">
          <a:solidFill>
            <a:schemeClr val="tx1"/>
          </a:solidFill>
          <a:latin typeface="+mn-lt"/>
          <a:ea typeface="+mn-ea"/>
          <a:cs typeface="+mn-cs"/>
        </a:defRPr>
      </a:lvl4pPr>
      <a:lvl5pPr marL="8337330" algn="l" defTabSz="4168665" rtl="0" eaLnBrk="1" latinLnBrk="0" hangingPunct="1">
        <a:defRPr sz="8231" kern="1200">
          <a:solidFill>
            <a:schemeClr val="tx1"/>
          </a:solidFill>
          <a:latin typeface="+mn-lt"/>
          <a:ea typeface="+mn-ea"/>
          <a:cs typeface="+mn-cs"/>
        </a:defRPr>
      </a:lvl5pPr>
      <a:lvl6pPr marL="10421664" algn="l" defTabSz="4168665" rtl="0" eaLnBrk="1" latinLnBrk="0" hangingPunct="1">
        <a:defRPr sz="8231" kern="1200">
          <a:solidFill>
            <a:schemeClr val="tx1"/>
          </a:solidFill>
          <a:latin typeface="+mn-lt"/>
          <a:ea typeface="+mn-ea"/>
          <a:cs typeface="+mn-cs"/>
        </a:defRPr>
      </a:lvl6pPr>
      <a:lvl7pPr marL="12505997" algn="l" defTabSz="4168665" rtl="0" eaLnBrk="1" latinLnBrk="0" hangingPunct="1">
        <a:defRPr sz="8231" kern="1200">
          <a:solidFill>
            <a:schemeClr val="tx1"/>
          </a:solidFill>
          <a:latin typeface="+mn-lt"/>
          <a:ea typeface="+mn-ea"/>
          <a:cs typeface="+mn-cs"/>
        </a:defRPr>
      </a:lvl7pPr>
      <a:lvl8pPr marL="14590329" algn="l" defTabSz="4168665" rtl="0" eaLnBrk="1" latinLnBrk="0" hangingPunct="1">
        <a:defRPr sz="8231" kern="1200">
          <a:solidFill>
            <a:schemeClr val="tx1"/>
          </a:solidFill>
          <a:latin typeface="+mn-lt"/>
          <a:ea typeface="+mn-ea"/>
          <a:cs typeface="+mn-cs"/>
        </a:defRPr>
      </a:lvl8pPr>
      <a:lvl9pPr marL="16674663" algn="l" defTabSz="4168665" rtl="0" eaLnBrk="1" latinLnBrk="0" hangingPunct="1">
        <a:defRPr sz="823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1" name="Text Box 14"/>
          <p:cNvSpPr txBox="1">
            <a:spLocks noChangeArrowheads="1"/>
          </p:cNvSpPr>
          <p:nvPr userDrawn="1"/>
        </p:nvSpPr>
        <p:spPr bwMode="auto">
          <a:xfrm>
            <a:off x="1503198" y="41931415"/>
            <a:ext cx="2231837" cy="317148"/>
          </a:xfrm>
          <a:prstGeom prst="rect">
            <a:avLst/>
          </a:prstGeom>
          <a:noFill/>
          <a:ln w="9525">
            <a:noFill/>
            <a:miter lim="800000"/>
            <a:headEnd/>
            <a:tailEnd/>
          </a:ln>
          <a:effectLst/>
        </p:spPr>
        <p:txBody>
          <a:bodyPr wrap="square" lIns="86687" tIns="43335" rIns="86687" bIns="43335">
            <a:spAutoFit/>
          </a:bodyPr>
          <a:lstStyle/>
          <a:p>
            <a:pPr eaLnBrk="0" hangingPunct="0">
              <a:lnSpc>
                <a:spcPct val="65000"/>
              </a:lnSpc>
              <a:spcBef>
                <a:spcPct val="50000"/>
              </a:spcBef>
              <a:defRPr/>
            </a:pPr>
            <a:r>
              <a:rPr lang="en-US" sz="462" b="1" dirty="0">
                <a:solidFill>
                  <a:schemeClr val="bg1">
                    <a:lumMod val="75000"/>
                  </a:schemeClr>
                </a:solidFill>
                <a:latin typeface="Arial" charset="0"/>
              </a:rPr>
              <a:t>RESEARCH POSTER PRESENTATION DESIGN © 2022</a:t>
            </a:r>
          </a:p>
          <a:p>
            <a:pPr eaLnBrk="0" hangingPunct="0">
              <a:lnSpc>
                <a:spcPct val="65000"/>
              </a:lnSpc>
              <a:spcBef>
                <a:spcPct val="50000"/>
              </a:spcBef>
              <a:defRPr/>
            </a:pPr>
            <a:r>
              <a:rPr lang="en-US" sz="1017" b="1" dirty="0">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1335127615"/>
      </p:ext>
    </p:extLst>
  </p:cSld>
  <p:clrMap bg1="lt1" tx1="dk1" bg2="lt2" tx2="dk2" accent1="accent1" accent2="accent2" accent3="accent3" accent4="accent4" accent5="accent5" accent6="accent6" hlink="hlink" folHlink="folHlink"/>
  <p:sldLayoutIdLst>
    <p:sldLayoutId id="2147483661" r:id="rId1"/>
  </p:sldLayoutIdLst>
  <p:txStyles>
    <p:titleStyle>
      <a:lvl1pPr algn="ctr" defTabSz="4168665" rtl="0" eaLnBrk="1" latinLnBrk="0" hangingPunct="1">
        <a:spcBef>
          <a:spcPct val="0"/>
        </a:spcBef>
        <a:buNone/>
        <a:defRPr sz="8323" kern="1200">
          <a:solidFill>
            <a:schemeClr val="bg1"/>
          </a:solidFill>
          <a:latin typeface="Trebuchet MS" pitchFamily="34" charset="0"/>
          <a:ea typeface="+mj-ea"/>
          <a:cs typeface="+mj-cs"/>
        </a:defRPr>
      </a:lvl1pPr>
    </p:titleStyle>
    <p:bodyStyle>
      <a:lvl1pPr marL="1563250" indent="-1563250" algn="l" defTabSz="4168665" rtl="0" eaLnBrk="1" latinLnBrk="0" hangingPunct="1">
        <a:spcBef>
          <a:spcPct val="20000"/>
        </a:spcBef>
        <a:buFont typeface="Arial" pitchFamily="34" charset="0"/>
        <a:buChar char="•"/>
        <a:defRPr sz="14612" kern="1200">
          <a:solidFill>
            <a:schemeClr val="tx1"/>
          </a:solidFill>
          <a:latin typeface="+mn-lt"/>
          <a:ea typeface="+mn-ea"/>
          <a:cs typeface="+mn-cs"/>
        </a:defRPr>
      </a:lvl1pPr>
      <a:lvl2pPr marL="3387040" indent="-1302707" algn="l" defTabSz="4168665" rtl="0" eaLnBrk="1" latinLnBrk="0" hangingPunct="1">
        <a:spcBef>
          <a:spcPct val="20000"/>
        </a:spcBef>
        <a:buFont typeface="Arial" pitchFamily="34" charset="0"/>
        <a:buChar char="–"/>
        <a:defRPr sz="12855" kern="1200">
          <a:solidFill>
            <a:schemeClr val="tx1"/>
          </a:solidFill>
          <a:latin typeface="+mn-lt"/>
          <a:ea typeface="+mn-ea"/>
          <a:cs typeface="+mn-cs"/>
        </a:defRPr>
      </a:lvl2pPr>
      <a:lvl3pPr marL="5210833" indent="-1042167" algn="l" defTabSz="4168665" rtl="0" eaLnBrk="1" latinLnBrk="0" hangingPunct="1">
        <a:spcBef>
          <a:spcPct val="20000"/>
        </a:spcBef>
        <a:buFont typeface="Arial" pitchFamily="34" charset="0"/>
        <a:buChar char="•"/>
        <a:defRPr sz="11005" kern="1200">
          <a:solidFill>
            <a:schemeClr val="tx1"/>
          </a:solidFill>
          <a:latin typeface="+mn-lt"/>
          <a:ea typeface="+mn-ea"/>
          <a:cs typeface="+mn-cs"/>
        </a:defRPr>
      </a:lvl3pPr>
      <a:lvl4pPr marL="7295165" indent="-1042167" algn="l" defTabSz="4168665" rtl="0" eaLnBrk="1" latinLnBrk="0" hangingPunct="1">
        <a:spcBef>
          <a:spcPct val="20000"/>
        </a:spcBef>
        <a:buFont typeface="Arial" pitchFamily="34" charset="0"/>
        <a:buChar char="–"/>
        <a:defRPr sz="9156" kern="1200">
          <a:solidFill>
            <a:schemeClr val="tx1"/>
          </a:solidFill>
          <a:latin typeface="+mn-lt"/>
          <a:ea typeface="+mn-ea"/>
          <a:cs typeface="+mn-cs"/>
        </a:defRPr>
      </a:lvl4pPr>
      <a:lvl5pPr marL="9379496" indent="-1042167" algn="l" defTabSz="4168665" rtl="0" eaLnBrk="1" latinLnBrk="0" hangingPunct="1">
        <a:spcBef>
          <a:spcPct val="20000"/>
        </a:spcBef>
        <a:buFont typeface="Arial" pitchFamily="34" charset="0"/>
        <a:buChar char="»"/>
        <a:defRPr sz="9156" kern="1200">
          <a:solidFill>
            <a:schemeClr val="tx1"/>
          </a:solidFill>
          <a:latin typeface="+mn-lt"/>
          <a:ea typeface="+mn-ea"/>
          <a:cs typeface="+mn-cs"/>
        </a:defRPr>
      </a:lvl5pPr>
      <a:lvl6pPr marL="11463830" indent="-1042167" algn="l" defTabSz="4168665" rtl="0" eaLnBrk="1" latinLnBrk="0" hangingPunct="1">
        <a:spcBef>
          <a:spcPct val="20000"/>
        </a:spcBef>
        <a:buFont typeface="Arial" pitchFamily="34" charset="0"/>
        <a:buChar char="•"/>
        <a:defRPr sz="9156" kern="1200">
          <a:solidFill>
            <a:schemeClr val="tx1"/>
          </a:solidFill>
          <a:latin typeface="+mn-lt"/>
          <a:ea typeface="+mn-ea"/>
          <a:cs typeface="+mn-cs"/>
        </a:defRPr>
      </a:lvl6pPr>
      <a:lvl7pPr marL="13548161" indent="-1042167" algn="l" defTabSz="4168665" rtl="0" eaLnBrk="1" latinLnBrk="0" hangingPunct="1">
        <a:spcBef>
          <a:spcPct val="20000"/>
        </a:spcBef>
        <a:buFont typeface="Arial" pitchFamily="34" charset="0"/>
        <a:buChar char="•"/>
        <a:defRPr sz="9156" kern="1200">
          <a:solidFill>
            <a:schemeClr val="tx1"/>
          </a:solidFill>
          <a:latin typeface="+mn-lt"/>
          <a:ea typeface="+mn-ea"/>
          <a:cs typeface="+mn-cs"/>
        </a:defRPr>
      </a:lvl7pPr>
      <a:lvl8pPr marL="15632495" indent="-1042167" algn="l" defTabSz="4168665" rtl="0" eaLnBrk="1" latinLnBrk="0" hangingPunct="1">
        <a:spcBef>
          <a:spcPct val="20000"/>
        </a:spcBef>
        <a:buFont typeface="Arial" pitchFamily="34" charset="0"/>
        <a:buChar char="•"/>
        <a:defRPr sz="9156" kern="1200">
          <a:solidFill>
            <a:schemeClr val="tx1"/>
          </a:solidFill>
          <a:latin typeface="+mn-lt"/>
          <a:ea typeface="+mn-ea"/>
          <a:cs typeface="+mn-cs"/>
        </a:defRPr>
      </a:lvl8pPr>
      <a:lvl9pPr marL="17716827" indent="-1042167" algn="l" defTabSz="4168665" rtl="0" eaLnBrk="1" latinLnBrk="0" hangingPunct="1">
        <a:spcBef>
          <a:spcPct val="20000"/>
        </a:spcBef>
        <a:buFont typeface="Arial" pitchFamily="34" charset="0"/>
        <a:buChar char="•"/>
        <a:defRPr sz="9156" kern="1200">
          <a:solidFill>
            <a:schemeClr val="tx1"/>
          </a:solidFill>
          <a:latin typeface="+mn-lt"/>
          <a:ea typeface="+mn-ea"/>
          <a:cs typeface="+mn-cs"/>
        </a:defRPr>
      </a:lvl9pPr>
    </p:bodyStyle>
    <p:otherStyle>
      <a:defPPr>
        <a:defRPr lang="en-US"/>
      </a:defPPr>
      <a:lvl1pPr marL="0" algn="l" defTabSz="4168665" rtl="0" eaLnBrk="1" latinLnBrk="0" hangingPunct="1">
        <a:defRPr sz="8231" kern="1200">
          <a:solidFill>
            <a:schemeClr val="tx1"/>
          </a:solidFill>
          <a:latin typeface="+mn-lt"/>
          <a:ea typeface="+mn-ea"/>
          <a:cs typeface="+mn-cs"/>
        </a:defRPr>
      </a:lvl1pPr>
      <a:lvl2pPr marL="2084334" algn="l" defTabSz="4168665" rtl="0" eaLnBrk="1" latinLnBrk="0" hangingPunct="1">
        <a:defRPr sz="8231" kern="1200">
          <a:solidFill>
            <a:schemeClr val="tx1"/>
          </a:solidFill>
          <a:latin typeface="+mn-lt"/>
          <a:ea typeface="+mn-ea"/>
          <a:cs typeface="+mn-cs"/>
        </a:defRPr>
      </a:lvl2pPr>
      <a:lvl3pPr marL="4168665" algn="l" defTabSz="4168665" rtl="0" eaLnBrk="1" latinLnBrk="0" hangingPunct="1">
        <a:defRPr sz="8231" kern="1200">
          <a:solidFill>
            <a:schemeClr val="tx1"/>
          </a:solidFill>
          <a:latin typeface="+mn-lt"/>
          <a:ea typeface="+mn-ea"/>
          <a:cs typeface="+mn-cs"/>
        </a:defRPr>
      </a:lvl3pPr>
      <a:lvl4pPr marL="6252997" algn="l" defTabSz="4168665" rtl="0" eaLnBrk="1" latinLnBrk="0" hangingPunct="1">
        <a:defRPr sz="8231" kern="1200">
          <a:solidFill>
            <a:schemeClr val="tx1"/>
          </a:solidFill>
          <a:latin typeface="+mn-lt"/>
          <a:ea typeface="+mn-ea"/>
          <a:cs typeface="+mn-cs"/>
        </a:defRPr>
      </a:lvl4pPr>
      <a:lvl5pPr marL="8337330" algn="l" defTabSz="4168665" rtl="0" eaLnBrk="1" latinLnBrk="0" hangingPunct="1">
        <a:defRPr sz="8231" kern="1200">
          <a:solidFill>
            <a:schemeClr val="tx1"/>
          </a:solidFill>
          <a:latin typeface="+mn-lt"/>
          <a:ea typeface="+mn-ea"/>
          <a:cs typeface="+mn-cs"/>
        </a:defRPr>
      </a:lvl5pPr>
      <a:lvl6pPr marL="10421664" algn="l" defTabSz="4168665" rtl="0" eaLnBrk="1" latinLnBrk="0" hangingPunct="1">
        <a:defRPr sz="8231" kern="1200">
          <a:solidFill>
            <a:schemeClr val="tx1"/>
          </a:solidFill>
          <a:latin typeface="+mn-lt"/>
          <a:ea typeface="+mn-ea"/>
          <a:cs typeface="+mn-cs"/>
        </a:defRPr>
      </a:lvl6pPr>
      <a:lvl7pPr marL="12505997" algn="l" defTabSz="4168665" rtl="0" eaLnBrk="1" latinLnBrk="0" hangingPunct="1">
        <a:defRPr sz="8231" kern="1200">
          <a:solidFill>
            <a:schemeClr val="tx1"/>
          </a:solidFill>
          <a:latin typeface="+mn-lt"/>
          <a:ea typeface="+mn-ea"/>
          <a:cs typeface="+mn-cs"/>
        </a:defRPr>
      </a:lvl7pPr>
      <a:lvl8pPr marL="14590329" algn="l" defTabSz="4168665" rtl="0" eaLnBrk="1" latinLnBrk="0" hangingPunct="1">
        <a:defRPr sz="8231" kern="1200">
          <a:solidFill>
            <a:schemeClr val="tx1"/>
          </a:solidFill>
          <a:latin typeface="+mn-lt"/>
          <a:ea typeface="+mn-ea"/>
          <a:cs typeface="+mn-cs"/>
        </a:defRPr>
      </a:lvl8pPr>
      <a:lvl9pPr marL="16674663" algn="l" defTabSz="4168665" rtl="0" eaLnBrk="1" latinLnBrk="0" hangingPunct="1">
        <a:defRPr sz="823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hyperlink" Target="https://www.synapse.org/Synapse:syn60239970/wiki/628710" TargetMode="Externa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D5E1057-F6A8-3B9E-386D-F62A7F01C282}"/>
              </a:ext>
            </a:extLst>
          </p:cNvPr>
          <p:cNvSpPr>
            <a:spLocks noGrp="1"/>
          </p:cNvSpPr>
          <p:nvPr>
            <p:ph type="body" sz="quarter" idx="10"/>
          </p:nvPr>
        </p:nvSpPr>
        <p:spPr>
          <a:xfrm>
            <a:off x="656529" y="6664586"/>
            <a:ext cx="14299153" cy="2751167"/>
          </a:xfrm>
        </p:spPr>
        <p:txBody>
          <a:bodyPr/>
          <a:lstStyle/>
          <a:p>
            <a:pPr algn="just"/>
            <a:r>
              <a:rPr lang="en-US" sz="3699" dirty="0"/>
              <a:t>We created a large-scale surgical tool instance segmentation dataset to solve the scarcity of publicly available annotated datasets for surgical tool instance segmentation in real world scenarios. </a:t>
            </a:r>
            <a:r>
              <a:rPr lang="en-US" sz="3699" dirty="0">
                <a:hlinkClick r:id="rId2"/>
              </a:rPr>
              <a:t>Link</a:t>
            </a:r>
            <a:r>
              <a:rPr lang="en-US" sz="3699" dirty="0"/>
              <a:t> YouTube</a:t>
            </a:r>
          </a:p>
        </p:txBody>
      </p:sp>
      <p:sp>
        <p:nvSpPr>
          <p:cNvPr id="3" name="Text Placeholder 2">
            <a:extLst>
              <a:ext uri="{FF2B5EF4-FFF2-40B4-BE49-F238E27FC236}">
                <a16:creationId xmlns:a16="http://schemas.microsoft.com/office/drawing/2014/main" id="{3CD0AAB7-052A-9DB0-26C9-93018D7511B0}"/>
              </a:ext>
            </a:extLst>
          </p:cNvPr>
          <p:cNvSpPr>
            <a:spLocks noGrp="1"/>
          </p:cNvSpPr>
          <p:nvPr>
            <p:ph type="body" sz="quarter" idx="11"/>
          </p:nvPr>
        </p:nvSpPr>
        <p:spPr>
          <a:xfrm>
            <a:off x="648734" y="5600051"/>
            <a:ext cx="14287866" cy="1043606"/>
          </a:xfrm>
        </p:spPr>
        <p:txBody>
          <a:bodyPr/>
          <a:lstStyle/>
          <a:p>
            <a:pPr algn="l"/>
            <a:r>
              <a:rPr lang="en-US" sz="5549" dirty="0"/>
              <a:t>INTRODUCTION</a:t>
            </a:r>
          </a:p>
        </p:txBody>
      </p:sp>
      <p:sp>
        <p:nvSpPr>
          <p:cNvPr id="4" name="Text Placeholder 3">
            <a:extLst>
              <a:ext uri="{FF2B5EF4-FFF2-40B4-BE49-F238E27FC236}">
                <a16:creationId xmlns:a16="http://schemas.microsoft.com/office/drawing/2014/main" id="{6617DBE1-FD59-8682-BDBD-30DA579A0F1C}"/>
              </a:ext>
            </a:extLst>
          </p:cNvPr>
          <p:cNvSpPr>
            <a:spLocks noGrp="1"/>
          </p:cNvSpPr>
          <p:nvPr>
            <p:ph type="body" sz="quarter" idx="20"/>
          </p:nvPr>
        </p:nvSpPr>
        <p:spPr>
          <a:xfrm>
            <a:off x="664325" y="9744337"/>
            <a:ext cx="14291358" cy="1043606"/>
          </a:xfrm>
        </p:spPr>
        <p:txBody>
          <a:bodyPr/>
          <a:lstStyle/>
          <a:p>
            <a:pPr algn="l"/>
            <a:r>
              <a:rPr lang="en-US" sz="5549" dirty="0"/>
              <a:t>DATA SOURCE: THE CHOLEC SERIES</a:t>
            </a:r>
          </a:p>
        </p:txBody>
      </p:sp>
      <p:sp>
        <p:nvSpPr>
          <p:cNvPr id="15" name="Text Placeholder 14">
            <a:extLst>
              <a:ext uri="{FF2B5EF4-FFF2-40B4-BE49-F238E27FC236}">
                <a16:creationId xmlns:a16="http://schemas.microsoft.com/office/drawing/2014/main" id="{5AAC9A73-2906-57FF-D1DD-F2F203739357}"/>
              </a:ext>
            </a:extLst>
          </p:cNvPr>
          <p:cNvSpPr>
            <a:spLocks noGrp="1"/>
          </p:cNvSpPr>
          <p:nvPr>
            <p:ph type="body" sz="quarter" idx="154"/>
          </p:nvPr>
        </p:nvSpPr>
        <p:spPr>
          <a:xfrm>
            <a:off x="499395" y="18677462"/>
            <a:ext cx="14291358" cy="1043606"/>
          </a:xfrm>
        </p:spPr>
        <p:txBody>
          <a:bodyPr/>
          <a:lstStyle/>
          <a:p>
            <a:pPr algn="l"/>
            <a:r>
              <a:rPr lang="en-US" sz="5549" dirty="0"/>
              <a:t>CHOLECINSTANCESEG</a:t>
            </a:r>
          </a:p>
        </p:txBody>
      </p:sp>
      <p:sp>
        <p:nvSpPr>
          <p:cNvPr id="17" name="TextBox 16">
            <a:extLst>
              <a:ext uri="{FF2B5EF4-FFF2-40B4-BE49-F238E27FC236}">
                <a16:creationId xmlns:a16="http://schemas.microsoft.com/office/drawing/2014/main" id="{31D7EC91-59DD-6856-DE95-3E2EFC0EFBAF}"/>
              </a:ext>
            </a:extLst>
          </p:cNvPr>
          <p:cNvSpPr txBox="1"/>
          <p:nvPr/>
        </p:nvSpPr>
        <p:spPr>
          <a:xfrm>
            <a:off x="275984" y="114270"/>
            <a:ext cx="28928889" cy="1200329"/>
          </a:xfrm>
          <a:prstGeom prst="rect">
            <a:avLst/>
          </a:prstGeom>
          <a:noFill/>
        </p:spPr>
        <p:txBody>
          <a:bodyPr wrap="square" rtlCol="0">
            <a:spAutoFit/>
          </a:bodyPr>
          <a:lstStyle/>
          <a:p>
            <a:r>
              <a:rPr lang="en-US" sz="7200" dirty="0">
                <a:solidFill>
                  <a:schemeClr val="bg1"/>
                </a:solidFill>
                <a:latin typeface="Aptos" panose="020B0004020202020204" pitchFamily="34" charset="0"/>
                <a:cs typeface="Times New Roman" panose="02020603050405020304" pitchFamily="18" charset="0"/>
              </a:rPr>
              <a:t>CholecInstanceSeg: A Surgical Tool Instance Segmentation Dataset.</a:t>
            </a:r>
            <a:endParaRPr lang="en-GB" sz="7200" dirty="0">
              <a:solidFill>
                <a:schemeClr val="bg1"/>
              </a:solidFill>
              <a:latin typeface="Aptos" panose="020B0004020202020204" pitchFamily="34" charset="0"/>
              <a:cs typeface="Times New Roman" panose="02020603050405020304" pitchFamily="18" charset="0"/>
            </a:endParaRPr>
          </a:p>
        </p:txBody>
      </p:sp>
      <p:sp>
        <p:nvSpPr>
          <p:cNvPr id="12" name="Text Placeholder 1">
            <a:extLst>
              <a:ext uri="{FF2B5EF4-FFF2-40B4-BE49-F238E27FC236}">
                <a16:creationId xmlns:a16="http://schemas.microsoft.com/office/drawing/2014/main" id="{53EF7AD7-7FB9-DC30-D482-3046D7CBF11C}"/>
              </a:ext>
            </a:extLst>
          </p:cNvPr>
          <p:cNvSpPr txBox="1">
            <a:spLocks/>
          </p:cNvSpPr>
          <p:nvPr/>
        </p:nvSpPr>
        <p:spPr>
          <a:xfrm>
            <a:off x="664325" y="10773663"/>
            <a:ext cx="14494677" cy="2715528"/>
          </a:xfrm>
          <a:prstGeom prst="rect">
            <a:avLst/>
          </a:prstGeom>
        </p:spPr>
        <p:txBody>
          <a:bodyPr wrap="square" lIns="217127" tIns="217127" rIns="217127" bIns="217127" anchor="t" anchorCtr="0">
            <a:spAutoFit/>
          </a:bodyPr>
          <a:lstStyle>
            <a:lvl1pPr marL="0" indent="0" algn="l" defTabSz="4507640" rtl="0" eaLnBrk="1" latinLnBrk="0" hangingPunct="1">
              <a:spcBef>
                <a:spcPct val="20000"/>
              </a:spcBef>
              <a:buFont typeface="Arial" pitchFamily="34" charset="0"/>
              <a:buNone/>
              <a:defRPr sz="2800" kern="1200">
                <a:solidFill>
                  <a:schemeClr val="accent5">
                    <a:lumMod val="50000"/>
                  </a:schemeClr>
                </a:solidFill>
                <a:latin typeface="Century Gothic" panose="020B0502020202020204" pitchFamily="34" charset="0"/>
                <a:ea typeface="+mn-ea"/>
                <a:cs typeface="Times New Roman" panose="02020603050405020304" pitchFamily="18" charset="0"/>
              </a:defRPr>
            </a:lvl1pPr>
            <a:lvl2pPr marL="1526024" indent="-586932" algn="l" defTabSz="4507640" rtl="0" eaLnBrk="1" latinLnBrk="0" hangingPunct="1">
              <a:spcBef>
                <a:spcPct val="20000"/>
              </a:spcBef>
              <a:buFont typeface="Arial" pitchFamily="34" charset="0"/>
              <a:buChar char="–"/>
              <a:defRPr sz="2600" kern="1200">
                <a:solidFill>
                  <a:schemeClr val="tx1"/>
                </a:solidFill>
                <a:latin typeface="Trebuchet MS" pitchFamily="34" charset="0"/>
                <a:ea typeface="+mn-ea"/>
                <a:cs typeface="+mn-cs"/>
              </a:defRPr>
            </a:lvl2pPr>
            <a:lvl3pPr marL="2112956" indent="-586932" algn="l" defTabSz="4507640" rtl="0" eaLnBrk="1" latinLnBrk="0" hangingPunct="1">
              <a:spcBef>
                <a:spcPct val="20000"/>
              </a:spcBef>
              <a:buFont typeface="Arial" pitchFamily="34" charset="0"/>
              <a:buChar char="•"/>
              <a:defRPr sz="2600" kern="1200">
                <a:solidFill>
                  <a:schemeClr val="tx1"/>
                </a:solidFill>
                <a:latin typeface="Trebuchet MS" pitchFamily="34" charset="0"/>
                <a:ea typeface="+mn-ea"/>
                <a:cs typeface="+mn-cs"/>
              </a:defRPr>
            </a:lvl3pPr>
            <a:lvl4pPr marL="2758582" indent="-645626" algn="l" defTabSz="4507640" rtl="0" eaLnBrk="1" latinLnBrk="0" hangingPunct="1">
              <a:spcBef>
                <a:spcPct val="20000"/>
              </a:spcBef>
              <a:buFont typeface="Arial" pitchFamily="34" charset="0"/>
              <a:buChar char="–"/>
              <a:defRPr sz="2600" kern="1200">
                <a:solidFill>
                  <a:schemeClr val="tx1"/>
                </a:solidFill>
                <a:latin typeface="Trebuchet MS" pitchFamily="34" charset="0"/>
                <a:ea typeface="+mn-ea"/>
                <a:cs typeface="+mn-cs"/>
              </a:defRPr>
            </a:lvl4pPr>
            <a:lvl5pPr marL="3228128" indent="-469546" algn="l" defTabSz="4507640" rtl="0" eaLnBrk="1" latinLnBrk="0" hangingPunct="1">
              <a:spcBef>
                <a:spcPct val="20000"/>
              </a:spcBef>
              <a:buFont typeface="Arial" pitchFamily="34" charset="0"/>
              <a:buChar char="»"/>
              <a:defRPr sz="2600" kern="1200">
                <a:solidFill>
                  <a:schemeClr val="tx1"/>
                </a:solidFill>
                <a:latin typeface="Trebuchet MS" pitchFamily="34" charset="0"/>
                <a:ea typeface="+mn-ea"/>
                <a:cs typeface="+mn-cs"/>
              </a:defRPr>
            </a:lvl5pPr>
            <a:lvl6pPr marL="12396010"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6pPr>
            <a:lvl7pPr marL="14649828"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7pPr>
            <a:lvl8pPr marL="16903649"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8pPr>
            <a:lvl9pPr marL="19157469"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9pPr>
          </a:lstStyle>
          <a:p>
            <a:r>
              <a:rPr lang="en-US" sz="3699" dirty="0"/>
              <a:t>The CholecInstanceSeg dataset is curated from frames extracted from laparoscopic cholecystectomy videos sourced from three publicly available datasets – Cholec80, CholecT50 and CholecSeg8k dataset</a:t>
            </a:r>
          </a:p>
        </p:txBody>
      </p:sp>
      <p:sp>
        <p:nvSpPr>
          <p:cNvPr id="24" name="Text Placeholder 1">
            <a:extLst>
              <a:ext uri="{FF2B5EF4-FFF2-40B4-BE49-F238E27FC236}">
                <a16:creationId xmlns:a16="http://schemas.microsoft.com/office/drawing/2014/main" id="{569E3E75-B54B-6CE6-6497-0FDC5DAEFA2A}"/>
              </a:ext>
            </a:extLst>
          </p:cNvPr>
          <p:cNvSpPr txBox="1">
            <a:spLocks/>
          </p:cNvSpPr>
          <p:nvPr/>
        </p:nvSpPr>
        <p:spPr>
          <a:xfrm>
            <a:off x="598373" y="19813171"/>
            <a:ext cx="14299153" cy="2146270"/>
          </a:xfrm>
          <a:prstGeom prst="rect">
            <a:avLst/>
          </a:prstGeom>
        </p:spPr>
        <p:txBody>
          <a:bodyPr wrap="square" lIns="217127" tIns="217127" rIns="217127" bIns="217127" anchor="t" anchorCtr="0">
            <a:spAutoFit/>
          </a:bodyPr>
          <a:lstStyle>
            <a:lvl1pPr marL="0" indent="0" algn="l" defTabSz="4507640" rtl="0" eaLnBrk="1" latinLnBrk="0" hangingPunct="1">
              <a:spcBef>
                <a:spcPct val="20000"/>
              </a:spcBef>
              <a:buFont typeface="Arial" pitchFamily="34" charset="0"/>
              <a:buNone/>
              <a:defRPr sz="2800" kern="1200">
                <a:solidFill>
                  <a:schemeClr val="accent5">
                    <a:lumMod val="50000"/>
                  </a:schemeClr>
                </a:solidFill>
                <a:latin typeface="Century Gothic" panose="020B0502020202020204" pitchFamily="34" charset="0"/>
                <a:ea typeface="+mn-ea"/>
                <a:cs typeface="Times New Roman" panose="02020603050405020304" pitchFamily="18" charset="0"/>
              </a:defRPr>
            </a:lvl1pPr>
            <a:lvl2pPr marL="1526024" indent="-586932" algn="l" defTabSz="4507640" rtl="0" eaLnBrk="1" latinLnBrk="0" hangingPunct="1">
              <a:spcBef>
                <a:spcPct val="20000"/>
              </a:spcBef>
              <a:buFont typeface="Arial" pitchFamily="34" charset="0"/>
              <a:buChar char="–"/>
              <a:defRPr sz="2600" kern="1200">
                <a:solidFill>
                  <a:schemeClr val="tx1"/>
                </a:solidFill>
                <a:latin typeface="Trebuchet MS" pitchFamily="34" charset="0"/>
                <a:ea typeface="+mn-ea"/>
                <a:cs typeface="+mn-cs"/>
              </a:defRPr>
            </a:lvl2pPr>
            <a:lvl3pPr marL="2112956" indent="-586932" algn="l" defTabSz="4507640" rtl="0" eaLnBrk="1" latinLnBrk="0" hangingPunct="1">
              <a:spcBef>
                <a:spcPct val="20000"/>
              </a:spcBef>
              <a:buFont typeface="Arial" pitchFamily="34" charset="0"/>
              <a:buChar char="•"/>
              <a:defRPr sz="2600" kern="1200">
                <a:solidFill>
                  <a:schemeClr val="tx1"/>
                </a:solidFill>
                <a:latin typeface="Trebuchet MS" pitchFamily="34" charset="0"/>
                <a:ea typeface="+mn-ea"/>
                <a:cs typeface="+mn-cs"/>
              </a:defRPr>
            </a:lvl3pPr>
            <a:lvl4pPr marL="2758582" indent="-645626" algn="l" defTabSz="4507640" rtl="0" eaLnBrk="1" latinLnBrk="0" hangingPunct="1">
              <a:spcBef>
                <a:spcPct val="20000"/>
              </a:spcBef>
              <a:buFont typeface="Arial" pitchFamily="34" charset="0"/>
              <a:buChar char="–"/>
              <a:defRPr sz="2600" kern="1200">
                <a:solidFill>
                  <a:schemeClr val="tx1"/>
                </a:solidFill>
                <a:latin typeface="Trebuchet MS" pitchFamily="34" charset="0"/>
                <a:ea typeface="+mn-ea"/>
                <a:cs typeface="+mn-cs"/>
              </a:defRPr>
            </a:lvl4pPr>
            <a:lvl5pPr marL="3228128" indent="-469546" algn="l" defTabSz="4507640" rtl="0" eaLnBrk="1" latinLnBrk="0" hangingPunct="1">
              <a:spcBef>
                <a:spcPct val="20000"/>
              </a:spcBef>
              <a:buFont typeface="Arial" pitchFamily="34" charset="0"/>
              <a:buChar char="»"/>
              <a:defRPr sz="2600" kern="1200">
                <a:solidFill>
                  <a:schemeClr val="tx1"/>
                </a:solidFill>
                <a:latin typeface="Trebuchet MS" pitchFamily="34" charset="0"/>
                <a:ea typeface="+mn-ea"/>
                <a:cs typeface="+mn-cs"/>
              </a:defRPr>
            </a:lvl5pPr>
            <a:lvl6pPr marL="12396010"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6pPr>
            <a:lvl7pPr marL="14649828"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7pPr>
            <a:lvl8pPr marL="16903649"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8pPr>
            <a:lvl9pPr marL="19157469"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9pPr>
          </a:lstStyle>
          <a:p>
            <a:r>
              <a:rPr lang="en-US" sz="3699" dirty="0"/>
              <a:t>The CholecInstanceSeg dataset contains 41,933 frames annotated with instance-ids and semantic segmentation information. It is split into four partitions.</a:t>
            </a:r>
          </a:p>
        </p:txBody>
      </p:sp>
      <p:sp>
        <p:nvSpPr>
          <p:cNvPr id="26" name="Text Placeholder 2">
            <a:extLst>
              <a:ext uri="{FF2B5EF4-FFF2-40B4-BE49-F238E27FC236}">
                <a16:creationId xmlns:a16="http://schemas.microsoft.com/office/drawing/2014/main" id="{25B35FEA-DBAF-19A8-8FF8-BB44CA57FDD6}"/>
              </a:ext>
            </a:extLst>
          </p:cNvPr>
          <p:cNvSpPr txBox="1">
            <a:spLocks/>
          </p:cNvSpPr>
          <p:nvPr/>
        </p:nvSpPr>
        <p:spPr>
          <a:xfrm>
            <a:off x="15338614" y="5677850"/>
            <a:ext cx="14287866" cy="1029350"/>
          </a:xfrm>
          <a:prstGeom prst="rect">
            <a:avLst/>
          </a:prstGeom>
          <a:solidFill>
            <a:schemeClr val="accent5">
              <a:lumMod val="50000"/>
            </a:schemeClr>
          </a:solidFill>
        </p:spPr>
        <p:txBody>
          <a:bodyPr wrap="square" lIns="86851" tIns="86851" rIns="86851" bIns="86851" anchor="t" anchorCtr="0">
            <a:spAutoFit/>
          </a:bodyPr>
          <a:lstStyle>
            <a:lvl1pPr marL="0" indent="0" algn="ctr" defTabSz="4507640" rtl="0" eaLnBrk="1" latinLnBrk="0" hangingPunct="1">
              <a:spcBef>
                <a:spcPct val="20000"/>
              </a:spcBef>
              <a:buFont typeface="Arial" pitchFamily="34" charset="0"/>
              <a:buNone/>
              <a:defRPr sz="4100" b="1" u="none" kern="1200" baseline="0">
                <a:solidFill>
                  <a:schemeClr val="bg1"/>
                </a:solidFill>
                <a:latin typeface="Century Gothic" panose="020B0502020202020204" pitchFamily="34" charset="0"/>
                <a:ea typeface="+mn-ea"/>
                <a:cs typeface="+mn-cs"/>
              </a:defRPr>
            </a:lvl1pPr>
            <a:lvl2pPr marL="3662457" indent="-1408637" algn="l" defTabSz="4507640" rtl="0" eaLnBrk="1" latinLnBrk="0" hangingPunct="1">
              <a:spcBef>
                <a:spcPct val="20000"/>
              </a:spcBef>
              <a:buFont typeface="Arial" pitchFamily="34" charset="0"/>
              <a:buChar char="–"/>
              <a:defRPr sz="13900" kern="1200">
                <a:solidFill>
                  <a:schemeClr val="tx1"/>
                </a:solidFill>
                <a:latin typeface="+mn-lt"/>
                <a:ea typeface="+mn-ea"/>
                <a:cs typeface="+mn-cs"/>
              </a:defRPr>
            </a:lvl2pPr>
            <a:lvl3pPr marL="5634551" indent="-1126911" algn="l" defTabSz="4507640" rtl="0" eaLnBrk="1" latinLnBrk="0" hangingPunct="1">
              <a:spcBef>
                <a:spcPct val="20000"/>
              </a:spcBef>
              <a:buFont typeface="Arial" pitchFamily="34" charset="0"/>
              <a:buChar char="•"/>
              <a:defRPr sz="11900" kern="1200">
                <a:solidFill>
                  <a:schemeClr val="tx1"/>
                </a:solidFill>
                <a:latin typeface="+mn-lt"/>
                <a:ea typeface="+mn-ea"/>
                <a:cs typeface="+mn-cs"/>
              </a:defRPr>
            </a:lvl3pPr>
            <a:lvl4pPr marL="7888370"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4pPr>
            <a:lvl5pPr marL="10142189"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5pPr>
            <a:lvl6pPr marL="12396010"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6pPr>
            <a:lvl7pPr marL="14649828"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7pPr>
            <a:lvl8pPr marL="16903649"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8pPr>
            <a:lvl9pPr marL="19157469"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9pPr>
          </a:lstStyle>
          <a:p>
            <a:pPr algn="l"/>
            <a:r>
              <a:rPr lang="en-US" sz="5549" dirty="0"/>
              <a:t>ANNOTATION PIPELINE</a:t>
            </a:r>
          </a:p>
        </p:txBody>
      </p:sp>
      <p:sp>
        <p:nvSpPr>
          <p:cNvPr id="31" name="TextBox 30">
            <a:extLst>
              <a:ext uri="{FF2B5EF4-FFF2-40B4-BE49-F238E27FC236}">
                <a16:creationId xmlns:a16="http://schemas.microsoft.com/office/drawing/2014/main" id="{52EACCA2-0244-1F5C-CAA2-10CCB2BE3DCA}"/>
              </a:ext>
            </a:extLst>
          </p:cNvPr>
          <p:cNvSpPr txBox="1"/>
          <p:nvPr/>
        </p:nvSpPr>
        <p:spPr>
          <a:xfrm>
            <a:off x="2317957" y="25522996"/>
            <a:ext cx="10055798" cy="490775"/>
          </a:xfrm>
          <a:prstGeom prst="rect">
            <a:avLst/>
          </a:prstGeom>
          <a:noFill/>
        </p:spPr>
        <p:txBody>
          <a:bodyPr wrap="square" rtlCol="0">
            <a:spAutoFit/>
          </a:bodyPr>
          <a:lstStyle/>
          <a:p>
            <a:pPr algn="ctr"/>
            <a:r>
              <a:rPr lang="en-US" sz="2589" dirty="0">
                <a:solidFill>
                  <a:schemeClr val="accent1">
                    <a:lumMod val="75000"/>
                  </a:schemeClr>
                </a:solidFill>
                <a:latin typeface="Century Gothic" panose="020B0502020202020204" pitchFamily="34" charset="0"/>
                <a:cs typeface="Times New Roman" panose="02020603050405020304" pitchFamily="18" charset="0"/>
              </a:rPr>
              <a:t>Figure 2: CholecInstanceSeg Partitions</a:t>
            </a:r>
            <a:endParaRPr lang="en-GB" sz="2589" dirty="0">
              <a:solidFill>
                <a:schemeClr val="accent1">
                  <a:lumMod val="75000"/>
                </a:schemeClr>
              </a:solidFill>
              <a:latin typeface="Century Gothic" panose="020B0502020202020204" pitchFamily="34" charset="0"/>
              <a:cs typeface="Times New Roman" panose="02020603050405020304" pitchFamily="18" charset="0"/>
            </a:endParaRPr>
          </a:p>
        </p:txBody>
      </p:sp>
      <p:sp>
        <p:nvSpPr>
          <p:cNvPr id="33" name="Text Placeholder 1">
            <a:extLst>
              <a:ext uri="{FF2B5EF4-FFF2-40B4-BE49-F238E27FC236}">
                <a16:creationId xmlns:a16="http://schemas.microsoft.com/office/drawing/2014/main" id="{0DAAF726-EFC8-68F6-EA03-684FD0097FC3}"/>
              </a:ext>
            </a:extLst>
          </p:cNvPr>
          <p:cNvSpPr txBox="1">
            <a:spLocks/>
          </p:cNvSpPr>
          <p:nvPr/>
        </p:nvSpPr>
        <p:spPr>
          <a:xfrm>
            <a:off x="15388363" y="10567169"/>
            <a:ext cx="14631864" cy="2749640"/>
          </a:xfrm>
          <a:prstGeom prst="rect">
            <a:avLst/>
          </a:prstGeom>
        </p:spPr>
        <p:txBody>
          <a:bodyPr wrap="square" lIns="217127" tIns="217127" rIns="217127" bIns="217127" anchor="t" anchorCtr="0">
            <a:spAutoFit/>
          </a:bodyPr>
          <a:lstStyle>
            <a:lvl1pPr marL="0" indent="0" algn="l" defTabSz="4507640" rtl="0" eaLnBrk="1" latinLnBrk="0" hangingPunct="1">
              <a:spcBef>
                <a:spcPct val="20000"/>
              </a:spcBef>
              <a:buFont typeface="Arial" pitchFamily="34" charset="0"/>
              <a:buNone/>
              <a:defRPr sz="2800" kern="1200">
                <a:solidFill>
                  <a:schemeClr val="accent5">
                    <a:lumMod val="50000"/>
                  </a:schemeClr>
                </a:solidFill>
                <a:latin typeface="Century Gothic" panose="020B0502020202020204" pitchFamily="34" charset="0"/>
                <a:ea typeface="+mn-ea"/>
                <a:cs typeface="Times New Roman" panose="02020603050405020304" pitchFamily="18" charset="0"/>
              </a:defRPr>
            </a:lvl1pPr>
            <a:lvl2pPr marL="1526024" indent="-586932" algn="l" defTabSz="4507640" rtl="0" eaLnBrk="1" latinLnBrk="0" hangingPunct="1">
              <a:spcBef>
                <a:spcPct val="20000"/>
              </a:spcBef>
              <a:buFont typeface="Arial" pitchFamily="34" charset="0"/>
              <a:buChar char="–"/>
              <a:defRPr sz="2600" kern="1200">
                <a:solidFill>
                  <a:schemeClr val="tx1"/>
                </a:solidFill>
                <a:latin typeface="Trebuchet MS" pitchFamily="34" charset="0"/>
                <a:ea typeface="+mn-ea"/>
                <a:cs typeface="+mn-cs"/>
              </a:defRPr>
            </a:lvl2pPr>
            <a:lvl3pPr marL="2112956" indent="-586932" algn="l" defTabSz="4507640" rtl="0" eaLnBrk="1" latinLnBrk="0" hangingPunct="1">
              <a:spcBef>
                <a:spcPct val="20000"/>
              </a:spcBef>
              <a:buFont typeface="Arial" pitchFamily="34" charset="0"/>
              <a:buChar char="•"/>
              <a:defRPr sz="2600" kern="1200">
                <a:solidFill>
                  <a:schemeClr val="tx1"/>
                </a:solidFill>
                <a:latin typeface="Trebuchet MS" pitchFamily="34" charset="0"/>
                <a:ea typeface="+mn-ea"/>
                <a:cs typeface="+mn-cs"/>
              </a:defRPr>
            </a:lvl3pPr>
            <a:lvl4pPr marL="2758582" indent="-645626" algn="l" defTabSz="4507640" rtl="0" eaLnBrk="1" latinLnBrk="0" hangingPunct="1">
              <a:spcBef>
                <a:spcPct val="20000"/>
              </a:spcBef>
              <a:buFont typeface="Arial" pitchFamily="34" charset="0"/>
              <a:buChar char="–"/>
              <a:defRPr sz="2600" kern="1200">
                <a:solidFill>
                  <a:schemeClr val="tx1"/>
                </a:solidFill>
                <a:latin typeface="Trebuchet MS" pitchFamily="34" charset="0"/>
                <a:ea typeface="+mn-ea"/>
                <a:cs typeface="+mn-cs"/>
              </a:defRPr>
            </a:lvl4pPr>
            <a:lvl5pPr marL="3228128" indent="-469546" algn="l" defTabSz="4507640" rtl="0" eaLnBrk="1" latinLnBrk="0" hangingPunct="1">
              <a:spcBef>
                <a:spcPct val="20000"/>
              </a:spcBef>
              <a:buFont typeface="Arial" pitchFamily="34" charset="0"/>
              <a:buChar char="»"/>
              <a:defRPr sz="2600" kern="1200">
                <a:solidFill>
                  <a:schemeClr val="tx1"/>
                </a:solidFill>
                <a:latin typeface="Trebuchet MS" pitchFamily="34" charset="0"/>
                <a:ea typeface="+mn-ea"/>
                <a:cs typeface="+mn-cs"/>
              </a:defRPr>
            </a:lvl5pPr>
            <a:lvl6pPr marL="12396010"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6pPr>
            <a:lvl7pPr marL="14649828"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7pPr>
            <a:lvl8pPr marL="16903649"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8pPr>
            <a:lvl9pPr marL="19157469"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9pPr>
          </a:lstStyle>
          <a:p>
            <a:pPr marL="528523" indent="-528523">
              <a:buFontTx/>
              <a:buChar char="-"/>
            </a:pPr>
            <a:r>
              <a:rPr lang="en-US" sz="3699" dirty="0"/>
              <a:t>Initial Annotation.</a:t>
            </a:r>
          </a:p>
          <a:p>
            <a:pPr marL="1939790" lvl="1" indent="-528523">
              <a:buFontTx/>
              <a:buChar char="-"/>
            </a:pPr>
            <a:r>
              <a:rPr lang="en-US" sz="3329" dirty="0"/>
              <a:t>Utilizing an annotation Software for interactive segmentation with Segment Anything Model as the backbone. </a:t>
            </a:r>
          </a:p>
          <a:p>
            <a:pPr marL="1939790" lvl="1" indent="-528523">
              <a:buFontTx/>
              <a:buChar char="-"/>
            </a:pPr>
            <a:r>
              <a:rPr lang="en-US" sz="3329" dirty="0"/>
              <a:t>Heuristics to also generate  Instance-CholecSeg8k dataset. </a:t>
            </a:r>
            <a:endParaRPr lang="en-US" sz="3884" dirty="0"/>
          </a:p>
        </p:txBody>
      </p:sp>
      <p:pic>
        <p:nvPicPr>
          <p:cNvPr id="37" name="Picture 36" descr="A screenshot of a computer screen&#10;&#10;Description automatically generated">
            <a:extLst>
              <a:ext uri="{FF2B5EF4-FFF2-40B4-BE49-F238E27FC236}">
                <a16:creationId xmlns:a16="http://schemas.microsoft.com/office/drawing/2014/main" id="{856838DA-4625-1D2C-47B9-4C867840B7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35077" y="13514246"/>
            <a:ext cx="13022336" cy="7325064"/>
          </a:xfrm>
          <a:prstGeom prst="rect">
            <a:avLst/>
          </a:prstGeom>
        </p:spPr>
      </p:pic>
      <p:sp>
        <p:nvSpPr>
          <p:cNvPr id="38" name="TextBox 37">
            <a:extLst>
              <a:ext uri="{FF2B5EF4-FFF2-40B4-BE49-F238E27FC236}">
                <a16:creationId xmlns:a16="http://schemas.microsoft.com/office/drawing/2014/main" id="{72D7208F-3555-B7C8-D217-6E4BA3E3FCC3}"/>
              </a:ext>
            </a:extLst>
          </p:cNvPr>
          <p:cNvSpPr txBox="1"/>
          <p:nvPr/>
        </p:nvSpPr>
        <p:spPr>
          <a:xfrm>
            <a:off x="17151425" y="20906544"/>
            <a:ext cx="12053448" cy="490775"/>
          </a:xfrm>
          <a:prstGeom prst="rect">
            <a:avLst/>
          </a:prstGeom>
          <a:noFill/>
        </p:spPr>
        <p:txBody>
          <a:bodyPr wrap="square" rtlCol="0">
            <a:spAutoFit/>
          </a:bodyPr>
          <a:lstStyle/>
          <a:p>
            <a:r>
              <a:rPr lang="en-US" sz="2589" dirty="0">
                <a:solidFill>
                  <a:schemeClr val="accent1">
                    <a:lumMod val="75000"/>
                  </a:schemeClr>
                </a:solidFill>
                <a:latin typeface="Century Gothic" panose="020B0502020202020204" pitchFamily="34" charset="0"/>
                <a:cs typeface="Times New Roman" panose="02020603050405020304" pitchFamily="18" charset="0"/>
              </a:rPr>
              <a:t>Figure 4: LabelMe Annotator with the Segment Anything Model </a:t>
            </a:r>
            <a:endParaRPr lang="en-GB" sz="2589" dirty="0">
              <a:solidFill>
                <a:schemeClr val="accent1">
                  <a:lumMod val="75000"/>
                </a:schemeClr>
              </a:solidFill>
              <a:latin typeface="Century Gothic" panose="020B0502020202020204" pitchFamily="34" charset="0"/>
              <a:cs typeface="Times New Roman" panose="02020603050405020304" pitchFamily="18" charset="0"/>
            </a:endParaRPr>
          </a:p>
        </p:txBody>
      </p:sp>
      <p:sp>
        <p:nvSpPr>
          <p:cNvPr id="14" name="Text Placeholder 14">
            <a:extLst>
              <a:ext uri="{FF2B5EF4-FFF2-40B4-BE49-F238E27FC236}">
                <a16:creationId xmlns:a16="http://schemas.microsoft.com/office/drawing/2014/main" id="{5858F582-A0AE-63E4-E7E2-D7CBCDBC769D}"/>
              </a:ext>
            </a:extLst>
          </p:cNvPr>
          <p:cNvSpPr txBox="1">
            <a:spLocks/>
          </p:cNvSpPr>
          <p:nvPr/>
        </p:nvSpPr>
        <p:spPr>
          <a:xfrm>
            <a:off x="645242" y="26385473"/>
            <a:ext cx="14291358" cy="1043606"/>
          </a:xfrm>
          <a:prstGeom prst="rect">
            <a:avLst/>
          </a:prstGeom>
          <a:solidFill>
            <a:schemeClr val="accent5">
              <a:lumMod val="50000"/>
            </a:schemeClr>
          </a:solidFill>
        </p:spPr>
        <p:txBody>
          <a:bodyPr wrap="square" lIns="93910" tIns="93910" rIns="93910" bIns="93910" anchor="t" anchorCtr="0">
            <a:spAutoFit/>
          </a:bodyPr>
          <a:lstStyle>
            <a:lvl1pPr marL="0" indent="0" algn="ctr" defTabSz="4168665" rtl="0" eaLnBrk="1" latinLnBrk="0" hangingPunct="1">
              <a:spcBef>
                <a:spcPct val="20000"/>
              </a:spcBef>
              <a:buFont typeface="Arial" pitchFamily="34" charset="0"/>
              <a:buNone/>
              <a:defRPr sz="3792" b="1" u="none" kern="1200" baseline="0">
                <a:solidFill>
                  <a:schemeClr val="bg1"/>
                </a:solidFill>
                <a:latin typeface="Century Gothic" panose="020B0502020202020204" pitchFamily="34" charset="0"/>
                <a:ea typeface="+mn-ea"/>
                <a:cs typeface="+mn-cs"/>
              </a:defRPr>
            </a:lvl1pPr>
            <a:lvl2pPr marL="3387040" indent="-1302707" algn="l" defTabSz="4168665" rtl="0" eaLnBrk="1" latinLnBrk="0" hangingPunct="1">
              <a:spcBef>
                <a:spcPct val="20000"/>
              </a:spcBef>
              <a:buFont typeface="Arial" pitchFamily="34" charset="0"/>
              <a:buChar char="–"/>
              <a:defRPr sz="12855" kern="1200">
                <a:solidFill>
                  <a:schemeClr val="tx1"/>
                </a:solidFill>
                <a:latin typeface="+mn-lt"/>
                <a:ea typeface="+mn-ea"/>
                <a:cs typeface="+mn-cs"/>
              </a:defRPr>
            </a:lvl2pPr>
            <a:lvl3pPr marL="5210833" indent="-1042167" algn="l" defTabSz="4168665" rtl="0" eaLnBrk="1" latinLnBrk="0" hangingPunct="1">
              <a:spcBef>
                <a:spcPct val="20000"/>
              </a:spcBef>
              <a:buFont typeface="Arial" pitchFamily="34" charset="0"/>
              <a:buChar char="•"/>
              <a:defRPr sz="11005" kern="1200">
                <a:solidFill>
                  <a:schemeClr val="tx1"/>
                </a:solidFill>
                <a:latin typeface="+mn-lt"/>
                <a:ea typeface="+mn-ea"/>
                <a:cs typeface="+mn-cs"/>
              </a:defRPr>
            </a:lvl3pPr>
            <a:lvl4pPr marL="7295165" indent="-1042167" algn="l" defTabSz="4168665" rtl="0" eaLnBrk="1" latinLnBrk="0" hangingPunct="1">
              <a:spcBef>
                <a:spcPct val="20000"/>
              </a:spcBef>
              <a:buFont typeface="Arial" pitchFamily="34" charset="0"/>
              <a:buChar char="–"/>
              <a:defRPr sz="9156" kern="1200">
                <a:solidFill>
                  <a:schemeClr val="tx1"/>
                </a:solidFill>
                <a:latin typeface="+mn-lt"/>
                <a:ea typeface="+mn-ea"/>
                <a:cs typeface="+mn-cs"/>
              </a:defRPr>
            </a:lvl4pPr>
            <a:lvl5pPr marL="9379496" indent="-1042167" algn="l" defTabSz="4168665" rtl="0" eaLnBrk="1" latinLnBrk="0" hangingPunct="1">
              <a:spcBef>
                <a:spcPct val="20000"/>
              </a:spcBef>
              <a:buFont typeface="Arial" pitchFamily="34" charset="0"/>
              <a:buChar char="»"/>
              <a:defRPr sz="9156" kern="1200">
                <a:solidFill>
                  <a:schemeClr val="tx1"/>
                </a:solidFill>
                <a:latin typeface="+mn-lt"/>
                <a:ea typeface="+mn-ea"/>
                <a:cs typeface="+mn-cs"/>
              </a:defRPr>
            </a:lvl5pPr>
            <a:lvl6pPr marL="11463830" indent="-1042167" algn="l" defTabSz="4168665" rtl="0" eaLnBrk="1" latinLnBrk="0" hangingPunct="1">
              <a:spcBef>
                <a:spcPct val="20000"/>
              </a:spcBef>
              <a:buFont typeface="Arial" pitchFamily="34" charset="0"/>
              <a:buChar char="•"/>
              <a:defRPr sz="9156" kern="1200">
                <a:solidFill>
                  <a:schemeClr val="tx1"/>
                </a:solidFill>
                <a:latin typeface="+mn-lt"/>
                <a:ea typeface="+mn-ea"/>
                <a:cs typeface="+mn-cs"/>
              </a:defRPr>
            </a:lvl6pPr>
            <a:lvl7pPr marL="13548161" indent="-1042167" algn="l" defTabSz="4168665" rtl="0" eaLnBrk="1" latinLnBrk="0" hangingPunct="1">
              <a:spcBef>
                <a:spcPct val="20000"/>
              </a:spcBef>
              <a:buFont typeface="Arial" pitchFamily="34" charset="0"/>
              <a:buChar char="•"/>
              <a:defRPr sz="9156" kern="1200">
                <a:solidFill>
                  <a:schemeClr val="tx1"/>
                </a:solidFill>
                <a:latin typeface="+mn-lt"/>
                <a:ea typeface="+mn-ea"/>
                <a:cs typeface="+mn-cs"/>
              </a:defRPr>
            </a:lvl7pPr>
            <a:lvl8pPr marL="15632495" indent="-1042167" algn="l" defTabSz="4168665" rtl="0" eaLnBrk="1" latinLnBrk="0" hangingPunct="1">
              <a:spcBef>
                <a:spcPct val="20000"/>
              </a:spcBef>
              <a:buFont typeface="Arial" pitchFamily="34" charset="0"/>
              <a:buChar char="•"/>
              <a:defRPr sz="9156" kern="1200">
                <a:solidFill>
                  <a:schemeClr val="tx1"/>
                </a:solidFill>
                <a:latin typeface="+mn-lt"/>
                <a:ea typeface="+mn-ea"/>
                <a:cs typeface="+mn-cs"/>
              </a:defRPr>
            </a:lvl8pPr>
            <a:lvl9pPr marL="17716827" indent="-1042167" algn="l" defTabSz="4168665" rtl="0" eaLnBrk="1" latinLnBrk="0" hangingPunct="1">
              <a:spcBef>
                <a:spcPct val="20000"/>
              </a:spcBef>
              <a:buFont typeface="Arial" pitchFamily="34" charset="0"/>
              <a:buChar char="•"/>
              <a:defRPr sz="9156" kern="1200">
                <a:solidFill>
                  <a:schemeClr val="tx1"/>
                </a:solidFill>
                <a:latin typeface="+mn-lt"/>
                <a:ea typeface="+mn-ea"/>
                <a:cs typeface="+mn-cs"/>
              </a:defRPr>
            </a:lvl9pPr>
          </a:lstStyle>
          <a:p>
            <a:pPr algn="l"/>
            <a:r>
              <a:rPr lang="en-US" sz="5549" dirty="0"/>
              <a:t>DATASET STATISTICS</a:t>
            </a:r>
          </a:p>
        </p:txBody>
      </p:sp>
      <p:pic>
        <p:nvPicPr>
          <p:cNvPr id="7" name="Picture 6" descr="A red sign with white text&#10;&#10;Description automatically generated">
            <a:extLst>
              <a:ext uri="{FF2B5EF4-FFF2-40B4-BE49-F238E27FC236}">
                <a16:creationId xmlns:a16="http://schemas.microsoft.com/office/drawing/2014/main" id="{3755A590-BE95-1106-F7E9-EA5EBA496A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925238" y="1088533"/>
            <a:ext cx="3279635" cy="2498637"/>
          </a:xfrm>
          <a:prstGeom prst="rect">
            <a:avLst/>
          </a:prstGeom>
        </p:spPr>
      </p:pic>
      <p:sp>
        <p:nvSpPr>
          <p:cNvPr id="9" name="TextBox 8">
            <a:extLst>
              <a:ext uri="{FF2B5EF4-FFF2-40B4-BE49-F238E27FC236}">
                <a16:creationId xmlns:a16="http://schemas.microsoft.com/office/drawing/2014/main" id="{38B610B5-27A6-0E99-4587-B47813BDC7C9}"/>
              </a:ext>
            </a:extLst>
          </p:cNvPr>
          <p:cNvSpPr txBox="1"/>
          <p:nvPr/>
        </p:nvSpPr>
        <p:spPr>
          <a:xfrm>
            <a:off x="275985" y="1392958"/>
            <a:ext cx="25649254" cy="584775"/>
          </a:xfrm>
          <a:prstGeom prst="rect">
            <a:avLst/>
          </a:prstGeom>
          <a:noFill/>
        </p:spPr>
        <p:txBody>
          <a:bodyPr wrap="square" rtlCol="0">
            <a:spAutoFit/>
          </a:bodyPr>
          <a:lstStyle/>
          <a:p>
            <a:r>
              <a:rPr lang="en-US" sz="3200" dirty="0">
                <a:solidFill>
                  <a:schemeClr val="bg1"/>
                </a:solidFill>
                <a:latin typeface="Aptos" panose="020B0004020202020204" pitchFamily="34" charset="0"/>
                <a:cs typeface="Times New Roman" panose="02020603050405020304" pitchFamily="18" charset="0"/>
              </a:rPr>
              <a:t>Oluwatosin Alabi</a:t>
            </a:r>
            <a:r>
              <a:rPr lang="en-US" sz="3200" b="1" baseline="30000" dirty="0">
                <a:solidFill>
                  <a:schemeClr val="bg1"/>
                </a:solidFill>
                <a:latin typeface="Aptos" panose="020B0004020202020204" pitchFamily="34" charset="0"/>
                <a:cs typeface="Times New Roman" panose="02020603050405020304" pitchFamily="18" charset="0"/>
              </a:rPr>
              <a:t>1</a:t>
            </a:r>
            <a:r>
              <a:rPr lang="en-US" sz="3200" dirty="0">
                <a:solidFill>
                  <a:schemeClr val="bg1"/>
                </a:solidFill>
                <a:latin typeface="Aptos" panose="020B0004020202020204" pitchFamily="34" charset="0"/>
                <a:cs typeface="Times New Roman" panose="02020603050405020304" pitchFamily="18" charset="0"/>
              </a:rPr>
              <a:t>, Ko </a:t>
            </a:r>
            <a:r>
              <a:rPr lang="en-US" sz="3200" dirty="0" err="1">
                <a:solidFill>
                  <a:schemeClr val="bg1"/>
                </a:solidFill>
                <a:latin typeface="Aptos" panose="020B0004020202020204" pitchFamily="34" charset="0"/>
                <a:cs typeface="Times New Roman" panose="02020603050405020304" pitchFamily="18" charset="0"/>
              </a:rPr>
              <a:t>Ko</a:t>
            </a:r>
            <a:r>
              <a:rPr lang="en-US" sz="3200" dirty="0">
                <a:solidFill>
                  <a:schemeClr val="bg1"/>
                </a:solidFill>
                <a:latin typeface="Aptos" panose="020B0004020202020204" pitchFamily="34" charset="0"/>
                <a:cs typeface="Times New Roman" panose="02020603050405020304" pitchFamily="18" charset="0"/>
              </a:rPr>
              <a:t> </a:t>
            </a:r>
            <a:r>
              <a:rPr lang="en-US" sz="3200" dirty="0" err="1">
                <a:solidFill>
                  <a:schemeClr val="bg1"/>
                </a:solidFill>
                <a:latin typeface="Aptos" panose="020B0004020202020204" pitchFamily="34" charset="0"/>
                <a:cs typeface="Times New Roman" panose="02020603050405020304" pitchFamily="18" charset="0"/>
              </a:rPr>
              <a:t>Zayar</a:t>
            </a:r>
            <a:r>
              <a:rPr lang="en-US" sz="3200" dirty="0">
                <a:solidFill>
                  <a:schemeClr val="bg1"/>
                </a:solidFill>
                <a:latin typeface="Aptos" panose="020B0004020202020204" pitchFamily="34" charset="0"/>
                <a:cs typeface="Times New Roman" panose="02020603050405020304" pitchFamily="18" charset="0"/>
              </a:rPr>
              <a:t> Toe</a:t>
            </a:r>
            <a:r>
              <a:rPr lang="en-US" sz="3200" b="1" baseline="30000" dirty="0">
                <a:solidFill>
                  <a:schemeClr val="bg1"/>
                </a:solidFill>
                <a:latin typeface="Aptos" panose="020B0004020202020204" pitchFamily="34" charset="0"/>
                <a:cs typeface="Times New Roman" panose="02020603050405020304" pitchFamily="18" charset="0"/>
              </a:rPr>
              <a:t>2</a:t>
            </a:r>
            <a:r>
              <a:rPr lang="en-US" sz="3200" dirty="0">
                <a:solidFill>
                  <a:schemeClr val="bg1"/>
                </a:solidFill>
                <a:latin typeface="Aptos" panose="020B0004020202020204" pitchFamily="34" charset="0"/>
                <a:cs typeface="Times New Roman" panose="02020603050405020304" pitchFamily="18" charset="0"/>
              </a:rPr>
              <a:t>, </a:t>
            </a:r>
            <a:r>
              <a:rPr lang="en-US" sz="3200" dirty="0" err="1">
                <a:solidFill>
                  <a:schemeClr val="bg1"/>
                </a:solidFill>
                <a:latin typeface="Aptos" panose="020B0004020202020204" pitchFamily="34" charset="0"/>
                <a:cs typeface="Times New Roman" panose="02020603050405020304" pitchFamily="18" charset="0"/>
              </a:rPr>
              <a:t>Zijian</a:t>
            </a:r>
            <a:r>
              <a:rPr lang="en-US" sz="3200" dirty="0">
                <a:solidFill>
                  <a:schemeClr val="bg1"/>
                </a:solidFill>
                <a:latin typeface="Aptos" panose="020B0004020202020204" pitchFamily="34" charset="0"/>
                <a:cs typeface="Times New Roman" panose="02020603050405020304" pitchFamily="18" charset="0"/>
              </a:rPr>
              <a:t> Zhou</a:t>
            </a:r>
            <a:r>
              <a:rPr lang="en-US" sz="3200" b="1" baseline="30000" dirty="0">
                <a:solidFill>
                  <a:schemeClr val="bg1"/>
                </a:solidFill>
                <a:latin typeface="Aptos" panose="020B0004020202020204" pitchFamily="34" charset="0"/>
                <a:cs typeface="Times New Roman" panose="02020603050405020304" pitchFamily="18" charset="0"/>
              </a:rPr>
              <a:t>4</a:t>
            </a:r>
            <a:r>
              <a:rPr lang="en-US" sz="3200" dirty="0">
                <a:solidFill>
                  <a:schemeClr val="bg1"/>
                </a:solidFill>
                <a:latin typeface="Aptos" panose="020B0004020202020204" pitchFamily="34" charset="0"/>
                <a:cs typeface="Times New Roman" panose="02020603050405020304" pitchFamily="18" charset="0"/>
              </a:rPr>
              <a:t>, Charlie Budd</a:t>
            </a:r>
            <a:r>
              <a:rPr lang="en-US" sz="3200" b="1" baseline="30000" dirty="0">
                <a:solidFill>
                  <a:schemeClr val="bg1"/>
                </a:solidFill>
                <a:latin typeface="Aptos" panose="020B0004020202020204" pitchFamily="34" charset="0"/>
                <a:cs typeface="Times New Roman" panose="02020603050405020304" pitchFamily="18" charset="0"/>
              </a:rPr>
              <a:t>1</a:t>
            </a:r>
            <a:r>
              <a:rPr lang="en-US" sz="3200" dirty="0">
                <a:solidFill>
                  <a:schemeClr val="bg1"/>
                </a:solidFill>
                <a:latin typeface="Aptos" panose="020B0004020202020204" pitchFamily="34" charset="0"/>
                <a:cs typeface="Times New Roman" panose="02020603050405020304" pitchFamily="18" charset="0"/>
              </a:rPr>
              <a:t>, Nicholas Raison</a:t>
            </a:r>
            <a:r>
              <a:rPr lang="en-US" sz="3200" b="1" baseline="30000" dirty="0">
                <a:solidFill>
                  <a:schemeClr val="bg1"/>
                </a:solidFill>
                <a:latin typeface="Aptos" panose="020B0004020202020204" pitchFamily="34" charset="0"/>
                <a:cs typeface="Times New Roman" panose="02020603050405020304" pitchFamily="18" charset="0"/>
              </a:rPr>
              <a:t>1</a:t>
            </a:r>
            <a:r>
              <a:rPr lang="en-US" sz="3200" dirty="0">
                <a:solidFill>
                  <a:schemeClr val="bg1"/>
                </a:solidFill>
                <a:latin typeface="Aptos" panose="020B0004020202020204" pitchFamily="34" charset="0"/>
                <a:cs typeface="Times New Roman" panose="02020603050405020304" pitchFamily="18" charset="0"/>
              </a:rPr>
              <a:t>, Miaojing Shi</a:t>
            </a:r>
            <a:r>
              <a:rPr lang="en-US" sz="3200" b="1" baseline="30000" dirty="0">
                <a:solidFill>
                  <a:schemeClr val="bg1"/>
                </a:solidFill>
                <a:latin typeface="Aptos" panose="020B0004020202020204" pitchFamily="34" charset="0"/>
                <a:cs typeface="Times New Roman" panose="02020603050405020304" pitchFamily="18" charset="0"/>
              </a:rPr>
              <a:t>3</a:t>
            </a:r>
            <a:r>
              <a:rPr lang="en-US" sz="3200" dirty="0">
                <a:solidFill>
                  <a:schemeClr val="bg1"/>
                </a:solidFill>
                <a:latin typeface="Aptos" panose="020B0004020202020204" pitchFamily="34" charset="0"/>
                <a:cs typeface="Times New Roman" panose="02020603050405020304" pitchFamily="18" charset="0"/>
              </a:rPr>
              <a:t> and Tom Vercauteren</a:t>
            </a:r>
            <a:r>
              <a:rPr lang="en-US" sz="3200" b="1" baseline="30000" dirty="0">
                <a:solidFill>
                  <a:schemeClr val="bg1"/>
                </a:solidFill>
                <a:latin typeface="Aptos" panose="020B0004020202020204" pitchFamily="34" charset="0"/>
                <a:cs typeface="Times New Roman" panose="02020603050405020304" pitchFamily="18" charset="0"/>
              </a:rPr>
              <a:t>1</a:t>
            </a:r>
            <a:endParaRPr lang="en-US" sz="3200" b="1" dirty="0">
              <a:solidFill>
                <a:schemeClr val="bg1"/>
              </a:solidFill>
              <a:latin typeface="Aptos" panose="020B000402020202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C4C07FC9-FA82-5AF1-3085-6C3DAE080C24}"/>
              </a:ext>
            </a:extLst>
          </p:cNvPr>
          <p:cNvSpPr txBox="1"/>
          <p:nvPr/>
        </p:nvSpPr>
        <p:spPr>
          <a:xfrm>
            <a:off x="232829" y="2193502"/>
            <a:ext cx="17764226" cy="2062103"/>
          </a:xfrm>
          <a:prstGeom prst="rect">
            <a:avLst/>
          </a:prstGeom>
          <a:noFill/>
        </p:spPr>
        <p:txBody>
          <a:bodyPr wrap="square" rtlCol="0">
            <a:spAutoFit/>
          </a:bodyPr>
          <a:lstStyle/>
          <a:p>
            <a:r>
              <a:rPr lang="en-US" sz="3200" dirty="0">
                <a:solidFill>
                  <a:schemeClr val="bg1"/>
                </a:solidFill>
                <a:latin typeface="Aptos" panose="020B0004020202020204" pitchFamily="34" charset="0"/>
                <a:cs typeface="Times New Roman" panose="02020603050405020304" pitchFamily="18" charset="0"/>
              </a:rPr>
              <a:t>1 Kings College London, Surgical &amp; Interventional Engineering, London, SE1 7EU , United Kingdom</a:t>
            </a:r>
          </a:p>
          <a:p>
            <a:r>
              <a:rPr lang="en-US" sz="3200" dirty="0">
                <a:solidFill>
                  <a:schemeClr val="bg1"/>
                </a:solidFill>
                <a:latin typeface="Aptos" panose="020B0004020202020204" pitchFamily="34" charset="0"/>
                <a:cs typeface="Times New Roman" panose="02020603050405020304" pitchFamily="18" charset="0"/>
              </a:rPr>
              <a:t>2 Kings College Hospital Denmark Hill, department, London, SE5 9RS, United Kingdom</a:t>
            </a:r>
          </a:p>
          <a:p>
            <a:r>
              <a:rPr lang="en-US" sz="3200" dirty="0">
                <a:solidFill>
                  <a:schemeClr val="bg1"/>
                </a:solidFill>
                <a:latin typeface="Aptos" panose="020B0004020202020204" pitchFamily="34" charset="0"/>
                <a:cs typeface="Times New Roman" panose="02020603050405020304" pitchFamily="18" charset="0"/>
              </a:rPr>
              <a:t>3 Tongji University, College of Electronic and Information Engineering, Shanghai, 200092, China</a:t>
            </a:r>
          </a:p>
          <a:p>
            <a:r>
              <a:rPr lang="en-US" sz="3200" dirty="0">
                <a:solidFill>
                  <a:schemeClr val="bg1"/>
                </a:solidFill>
                <a:latin typeface="Aptos" panose="020B0004020202020204" pitchFamily="34" charset="0"/>
                <a:cs typeface="Times New Roman" panose="02020603050405020304" pitchFamily="18" charset="0"/>
              </a:rPr>
              <a:t>4 Department of Informatics, King’s College London</a:t>
            </a:r>
            <a:endParaRPr lang="en-US" sz="3200" b="1" dirty="0">
              <a:solidFill>
                <a:schemeClr val="bg1"/>
              </a:solidFill>
              <a:latin typeface="Aptos" panose="020B0004020202020204" pitchFamily="34" charset="0"/>
              <a:cs typeface="Times New Roman" panose="02020603050405020304" pitchFamily="18" charset="0"/>
            </a:endParaRPr>
          </a:p>
        </p:txBody>
      </p:sp>
      <p:pic>
        <p:nvPicPr>
          <p:cNvPr id="27" name="Picture 26">
            <a:extLst>
              <a:ext uri="{FF2B5EF4-FFF2-40B4-BE49-F238E27FC236}">
                <a16:creationId xmlns:a16="http://schemas.microsoft.com/office/drawing/2014/main" id="{4BA49582-876B-4E25-0D1C-DBA1445E2F5D}"/>
              </a:ext>
            </a:extLst>
          </p:cNvPr>
          <p:cNvPicPr>
            <a:picLocks noChangeAspect="1"/>
          </p:cNvPicPr>
          <p:nvPr/>
        </p:nvPicPr>
        <p:blipFill>
          <a:blip r:embed="rId5"/>
          <a:stretch>
            <a:fillRect/>
          </a:stretch>
        </p:blipFill>
        <p:spPr>
          <a:xfrm>
            <a:off x="2420766" y="13401814"/>
            <a:ext cx="11107665" cy="4725982"/>
          </a:xfrm>
          <a:prstGeom prst="rect">
            <a:avLst/>
          </a:prstGeom>
        </p:spPr>
      </p:pic>
      <p:pic>
        <p:nvPicPr>
          <p:cNvPr id="35" name="Picture 34">
            <a:extLst>
              <a:ext uri="{FF2B5EF4-FFF2-40B4-BE49-F238E27FC236}">
                <a16:creationId xmlns:a16="http://schemas.microsoft.com/office/drawing/2014/main" id="{5CDAFAB6-D379-3CEA-6820-809406A9E3AE}"/>
              </a:ext>
            </a:extLst>
          </p:cNvPr>
          <p:cNvPicPr>
            <a:picLocks noChangeAspect="1"/>
          </p:cNvPicPr>
          <p:nvPr/>
        </p:nvPicPr>
        <p:blipFill>
          <a:blip r:embed="rId6"/>
          <a:stretch>
            <a:fillRect/>
          </a:stretch>
        </p:blipFill>
        <p:spPr>
          <a:xfrm>
            <a:off x="984739" y="21987103"/>
            <a:ext cx="13303912" cy="3010519"/>
          </a:xfrm>
          <a:prstGeom prst="rect">
            <a:avLst/>
          </a:prstGeom>
        </p:spPr>
      </p:pic>
      <p:sp>
        <p:nvSpPr>
          <p:cNvPr id="40" name="TextBox 39">
            <a:extLst>
              <a:ext uri="{FF2B5EF4-FFF2-40B4-BE49-F238E27FC236}">
                <a16:creationId xmlns:a16="http://schemas.microsoft.com/office/drawing/2014/main" id="{C2EAEFF5-EB93-7F75-69E1-7B99471A2CA0}"/>
              </a:ext>
            </a:extLst>
          </p:cNvPr>
          <p:cNvSpPr txBox="1"/>
          <p:nvPr/>
        </p:nvSpPr>
        <p:spPr>
          <a:xfrm>
            <a:off x="2720050" y="18104852"/>
            <a:ext cx="10055798" cy="490775"/>
          </a:xfrm>
          <a:prstGeom prst="rect">
            <a:avLst/>
          </a:prstGeom>
          <a:noFill/>
        </p:spPr>
        <p:txBody>
          <a:bodyPr wrap="square" rtlCol="0">
            <a:spAutoFit/>
          </a:bodyPr>
          <a:lstStyle/>
          <a:p>
            <a:pPr algn="ctr"/>
            <a:r>
              <a:rPr lang="en-US" sz="2589" dirty="0">
                <a:solidFill>
                  <a:schemeClr val="accent1">
                    <a:lumMod val="75000"/>
                  </a:schemeClr>
                </a:solidFill>
                <a:latin typeface="Century Gothic" panose="020B0502020202020204" pitchFamily="34" charset="0"/>
                <a:cs typeface="Times New Roman" panose="02020603050405020304" pitchFamily="18" charset="0"/>
              </a:rPr>
              <a:t>Figure 1: Source Dataset Relationships</a:t>
            </a:r>
            <a:endParaRPr lang="en-GB" sz="2589" dirty="0">
              <a:solidFill>
                <a:schemeClr val="accent1">
                  <a:lumMod val="75000"/>
                </a:schemeClr>
              </a:solidFill>
              <a:latin typeface="Century Gothic" panose="020B0502020202020204" pitchFamily="34" charset="0"/>
              <a:cs typeface="Times New Roman" panose="02020603050405020304" pitchFamily="18" charset="0"/>
            </a:endParaRPr>
          </a:p>
        </p:txBody>
      </p:sp>
      <p:pic>
        <p:nvPicPr>
          <p:cNvPr id="42" name="Picture 41">
            <a:extLst>
              <a:ext uri="{FF2B5EF4-FFF2-40B4-BE49-F238E27FC236}">
                <a16:creationId xmlns:a16="http://schemas.microsoft.com/office/drawing/2014/main" id="{A5827933-DF7C-CED4-CE3E-6DAE3261C053}"/>
              </a:ext>
            </a:extLst>
          </p:cNvPr>
          <p:cNvPicPr>
            <a:picLocks noChangeAspect="1"/>
          </p:cNvPicPr>
          <p:nvPr/>
        </p:nvPicPr>
        <p:blipFill>
          <a:blip r:embed="rId7"/>
          <a:stretch>
            <a:fillRect/>
          </a:stretch>
        </p:blipFill>
        <p:spPr>
          <a:xfrm>
            <a:off x="499395" y="27423178"/>
            <a:ext cx="14494676" cy="3542421"/>
          </a:xfrm>
          <a:prstGeom prst="rect">
            <a:avLst/>
          </a:prstGeom>
        </p:spPr>
      </p:pic>
      <p:pic>
        <p:nvPicPr>
          <p:cNvPr id="45" name="Picture 44">
            <a:extLst>
              <a:ext uri="{FF2B5EF4-FFF2-40B4-BE49-F238E27FC236}">
                <a16:creationId xmlns:a16="http://schemas.microsoft.com/office/drawing/2014/main" id="{1EE05EA5-2D4F-835F-4CBD-B738B14775B5}"/>
              </a:ext>
            </a:extLst>
          </p:cNvPr>
          <p:cNvPicPr>
            <a:picLocks noChangeAspect="1"/>
          </p:cNvPicPr>
          <p:nvPr/>
        </p:nvPicPr>
        <p:blipFill>
          <a:blip r:embed="rId8"/>
          <a:stretch>
            <a:fillRect/>
          </a:stretch>
        </p:blipFill>
        <p:spPr>
          <a:xfrm>
            <a:off x="778051" y="31193533"/>
            <a:ext cx="14092548" cy="1631082"/>
          </a:xfrm>
          <a:prstGeom prst="rect">
            <a:avLst/>
          </a:prstGeom>
        </p:spPr>
      </p:pic>
      <p:pic>
        <p:nvPicPr>
          <p:cNvPr id="54" name="Picture 53">
            <a:extLst>
              <a:ext uri="{FF2B5EF4-FFF2-40B4-BE49-F238E27FC236}">
                <a16:creationId xmlns:a16="http://schemas.microsoft.com/office/drawing/2014/main" id="{51EE372F-776A-C59A-45CB-70E7CDE64A22}"/>
              </a:ext>
            </a:extLst>
          </p:cNvPr>
          <p:cNvPicPr>
            <a:picLocks noChangeAspect="1"/>
          </p:cNvPicPr>
          <p:nvPr/>
        </p:nvPicPr>
        <p:blipFill>
          <a:blip r:embed="rId9"/>
          <a:stretch>
            <a:fillRect/>
          </a:stretch>
        </p:blipFill>
        <p:spPr>
          <a:xfrm>
            <a:off x="630083" y="33336562"/>
            <a:ext cx="14325600" cy="7734300"/>
          </a:xfrm>
          <a:prstGeom prst="rect">
            <a:avLst/>
          </a:prstGeom>
        </p:spPr>
      </p:pic>
      <p:pic>
        <p:nvPicPr>
          <p:cNvPr id="62" name="Picture 61">
            <a:extLst>
              <a:ext uri="{FF2B5EF4-FFF2-40B4-BE49-F238E27FC236}">
                <a16:creationId xmlns:a16="http://schemas.microsoft.com/office/drawing/2014/main" id="{8532D9D5-0494-AFC6-ED26-878515970C76}"/>
              </a:ext>
            </a:extLst>
          </p:cNvPr>
          <p:cNvPicPr>
            <a:picLocks noChangeAspect="1"/>
          </p:cNvPicPr>
          <p:nvPr/>
        </p:nvPicPr>
        <p:blipFill>
          <a:blip r:embed="rId10"/>
          <a:stretch>
            <a:fillRect/>
          </a:stretch>
        </p:blipFill>
        <p:spPr>
          <a:xfrm>
            <a:off x="15930469" y="6852934"/>
            <a:ext cx="13220700" cy="2895600"/>
          </a:xfrm>
          <a:prstGeom prst="rect">
            <a:avLst/>
          </a:prstGeom>
        </p:spPr>
      </p:pic>
      <p:sp>
        <p:nvSpPr>
          <p:cNvPr id="63" name="Text Placeholder 1">
            <a:extLst>
              <a:ext uri="{FF2B5EF4-FFF2-40B4-BE49-F238E27FC236}">
                <a16:creationId xmlns:a16="http://schemas.microsoft.com/office/drawing/2014/main" id="{237B8605-26C6-42A9-CCFD-058367F32435}"/>
              </a:ext>
            </a:extLst>
          </p:cNvPr>
          <p:cNvSpPr txBox="1">
            <a:spLocks/>
          </p:cNvSpPr>
          <p:nvPr/>
        </p:nvSpPr>
        <p:spPr>
          <a:xfrm>
            <a:off x="15540079" y="21545530"/>
            <a:ext cx="14631864" cy="2749640"/>
          </a:xfrm>
          <a:prstGeom prst="rect">
            <a:avLst/>
          </a:prstGeom>
        </p:spPr>
        <p:txBody>
          <a:bodyPr wrap="square" lIns="217127" tIns="217127" rIns="217127" bIns="217127" anchor="t" anchorCtr="0">
            <a:spAutoFit/>
          </a:bodyPr>
          <a:lstStyle>
            <a:lvl1pPr marL="0" indent="0" algn="l" defTabSz="4507640" rtl="0" eaLnBrk="1" latinLnBrk="0" hangingPunct="1">
              <a:spcBef>
                <a:spcPct val="20000"/>
              </a:spcBef>
              <a:buFont typeface="Arial" pitchFamily="34" charset="0"/>
              <a:buNone/>
              <a:defRPr sz="2800" kern="1200">
                <a:solidFill>
                  <a:schemeClr val="accent5">
                    <a:lumMod val="50000"/>
                  </a:schemeClr>
                </a:solidFill>
                <a:latin typeface="Century Gothic" panose="020B0502020202020204" pitchFamily="34" charset="0"/>
                <a:ea typeface="+mn-ea"/>
                <a:cs typeface="Times New Roman" panose="02020603050405020304" pitchFamily="18" charset="0"/>
              </a:defRPr>
            </a:lvl1pPr>
            <a:lvl2pPr marL="1526024" indent="-586932" algn="l" defTabSz="4507640" rtl="0" eaLnBrk="1" latinLnBrk="0" hangingPunct="1">
              <a:spcBef>
                <a:spcPct val="20000"/>
              </a:spcBef>
              <a:buFont typeface="Arial" pitchFamily="34" charset="0"/>
              <a:buChar char="–"/>
              <a:defRPr sz="2600" kern="1200">
                <a:solidFill>
                  <a:schemeClr val="tx1"/>
                </a:solidFill>
                <a:latin typeface="Trebuchet MS" pitchFamily="34" charset="0"/>
                <a:ea typeface="+mn-ea"/>
                <a:cs typeface="+mn-cs"/>
              </a:defRPr>
            </a:lvl2pPr>
            <a:lvl3pPr marL="2112956" indent="-586932" algn="l" defTabSz="4507640" rtl="0" eaLnBrk="1" latinLnBrk="0" hangingPunct="1">
              <a:spcBef>
                <a:spcPct val="20000"/>
              </a:spcBef>
              <a:buFont typeface="Arial" pitchFamily="34" charset="0"/>
              <a:buChar char="•"/>
              <a:defRPr sz="2600" kern="1200">
                <a:solidFill>
                  <a:schemeClr val="tx1"/>
                </a:solidFill>
                <a:latin typeface="Trebuchet MS" pitchFamily="34" charset="0"/>
                <a:ea typeface="+mn-ea"/>
                <a:cs typeface="+mn-cs"/>
              </a:defRPr>
            </a:lvl3pPr>
            <a:lvl4pPr marL="2758582" indent="-645626" algn="l" defTabSz="4507640" rtl="0" eaLnBrk="1" latinLnBrk="0" hangingPunct="1">
              <a:spcBef>
                <a:spcPct val="20000"/>
              </a:spcBef>
              <a:buFont typeface="Arial" pitchFamily="34" charset="0"/>
              <a:buChar char="–"/>
              <a:defRPr sz="2600" kern="1200">
                <a:solidFill>
                  <a:schemeClr val="tx1"/>
                </a:solidFill>
                <a:latin typeface="Trebuchet MS" pitchFamily="34" charset="0"/>
                <a:ea typeface="+mn-ea"/>
                <a:cs typeface="+mn-cs"/>
              </a:defRPr>
            </a:lvl4pPr>
            <a:lvl5pPr marL="3228128" indent="-469546" algn="l" defTabSz="4507640" rtl="0" eaLnBrk="1" latinLnBrk="0" hangingPunct="1">
              <a:spcBef>
                <a:spcPct val="20000"/>
              </a:spcBef>
              <a:buFont typeface="Arial" pitchFamily="34" charset="0"/>
              <a:buChar char="»"/>
              <a:defRPr sz="2600" kern="1200">
                <a:solidFill>
                  <a:schemeClr val="tx1"/>
                </a:solidFill>
                <a:latin typeface="Trebuchet MS" pitchFamily="34" charset="0"/>
                <a:ea typeface="+mn-ea"/>
                <a:cs typeface="+mn-cs"/>
              </a:defRPr>
            </a:lvl5pPr>
            <a:lvl6pPr marL="12396010"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6pPr>
            <a:lvl7pPr marL="14649828"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7pPr>
            <a:lvl8pPr marL="16903649"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8pPr>
            <a:lvl9pPr marL="19157469"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9pPr>
          </a:lstStyle>
          <a:p>
            <a:pPr marL="528523" indent="-528523">
              <a:buFontTx/>
              <a:buChar char="-"/>
            </a:pPr>
            <a:r>
              <a:rPr lang="en-US" sz="3699" dirty="0"/>
              <a:t>Model Training.</a:t>
            </a:r>
          </a:p>
          <a:p>
            <a:pPr marL="1939790" lvl="1" indent="-528523">
              <a:buFontTx/>
              <a:buChar char="-"/>
            </a:pPr>
            <a:r>
              <a:rPr lang="en-US" sz="3329" dirty="0"/>
              <a:t>Real-Time Models for Object Detection and Instance Segmentation Large (</a:t>
            </a:r>
            <a:r>
              <a:rPr lang="en-US" sz="3329" dirty="0" err="1"/>
              <a:t>RTMDet</a:t>
            </a:r>
            <a:r>
              <a:rPr lang="en-US" sz="3329" dirty="0"/>
              <a:t>-Ins-l). </a:t>
            </a:r>
          </a:p>
          <a:p>
            <a:pPr marL="1939790" lvl="1" indent="-528523">
              <a:buFontTx/>
              <a:buChar char="-"/>
            </a:pPr>
            <a:r>
              <a:rPr lang="en-US" sz="3329" dirty="0" err="1"/>
              <a:t>MMDetection</a:t>
            </a:r>
            <a:r>
              <a:rPr lang="en-US" sz="3329" dirty="0"/>
              <a:t> software package. </a:t>
            </a:r>
            <a:endParaRPr lang="en-US" sz="3884" dirty="0"/>
          </a:p>
        </p:txBody>
      </p:sp>
      <p:sp>
        <p:nvSpPr>
          <p:cNvPr id="65" name="TextBox 64">
            <a:extLst>
              <a:ext uri="{FF2B5EF4-FFF2-40B4-BE49-F238E27FC236}">
                <a16:creationId xmlns:a16="http://schemas.microsoft.com/office/drawing/2014/main" id="{6A690E18-03C8-39AB-C20D-6F0B26EF1053}"/>
              </a:ext>
            </a:extLst>
          </p:cNvPr>
          <p:cNvSpPr txBox="1"/>
          <p:nvPr/>
        </p:nvSpPr>
        <p:spPr>
          <a:xfrm>
            <a:off x="2252578" y="41603748"/>
            <a:ext cx="10055798" cy="490775"/>
          </a:xfrm>
          <a:prstGeom prst="rect">
            <a:avLst/>
          </a:prstGeom>
          <a:noFill/>
        </p:spPr>
        <p:txBody>
          <a:bodyPr wrap="square" rtlCol="0">
            <a:spAutoFit/>
          </a:bodyPr>
          <a:lstStyle/>
          <a:p>
            <a:pPr algn="ctr"/>
            <a:r>
              <a:rPr lang="en-US" sz="2589" dirty="0">
                <a:solidFill>
                  <a:schemeClr val="accent1">
                    <a:lumMod val="75000"/>
                  </a:schemeClr>
                </a:solidFill>
                <a:latin typeface="Century Gothic" panose="020B0502020202020204" pitchFamily="34" charset="0"/>
                <a:cs typeface="Times New Roman" panose="02020603050405020304" pitchFamily="18" charset="0"/>
              </a:rPr>
              <a:t>Figure 3: Tool Distribution</a:t>
            </a:r>
            <a:endParaRPr lang="en-GB" sz="2589" dirty="0">
              <a:solidFill>
                <a:schemeClr val="accent1">
                  <a:lumMod val="75000"/>
                </a:schemeClr>
              </a:solidFill>
              <a:latin typeface="Century Gothic" panose="020B0502020202020204" pitchFamily="34" charset="0"/>
              <a:cs typeface="Times New Roman" panose="02020603050405020304" pitchFamily="18" charset="0"/>
            </a:endParaRPr>
          </a:p>
        </p:txBody>
      </p:sp>
      <p:sp>
        <p:nvSpPr>
          <p:cNvPr id="66" name="Text Placeholder 1">
            <a:extLst>
              <a:ext uri="{FF2B5EF4-FFF2-40B4-BE49-F238E27FC236}">
                <a16:creationId xmlns:a16="http://schemas.microsoft.com/office/drawing/2014/main" id="{EAEBC436-03C5-76E7-D487-7147EA7B7DC6}"/>
              </a:ext>
            </a:extLst>
          </p:cNvPr>
          <p:cNvSpPr txBox="1">
            <a:spLocks/>
          </p:cNvSpPr>
          <p:nvPr/>
        </p:nvSpPr>
        <p:spPr>
          <a:xfrm>
            <a:off x="15540079" y="24086735"/>
            <a:ext cx="14631864" cy="2852104"/>
          </a:xfrm>
          <a:prstGeom prst="rect">
            <a:avLst/>
          </a:prstGeom>
        </p:spPr>
        <p:txBody>
          <a:bodyPr wrap="square" lIns="217127" tIns="217127" rIns="217127" bIns="217127" anchor="t" anchorCtr="0">
            <a:spAutoFit/>
          </a:bodyPr>
          <a:lstStyle>
            <a:lvl1pPr marL="0" indent="0" algn="l" defTabSz="4507640" rtl="0" eaLnBrk="1" latinLnBrk="0" hangingPunct="1">
              <a:spcBef>
                <a:spcPct val="20000"/>
              </a:spcBef>
              <a:buFont typeface="Arial" pitchFamily="34" charset="0"/>
              <a:buNone/>
              <a:defRPr sz="2800" kern="1200">
                <a:solidFill>
                  <a:schemeClr val="accent5">
                    <a:lumMod val="50000"/>
                  </a:schemeClr>
                </a:solidFill>
                <a:latin typeface="Century Gothic" panose="020B0502020202020204" pitchFamily="34" charset="0"/>
                <a:ea typeface="+mn-ea"/>
                <a:cs typeface="Times New Roman" panose="02020603050405020304" pitchFamily="18" charset="0"/>
              </a:defRPr>
            </a:lvl1pPr>
            <a:lvl2pPr marL="1526024" indent="-586932" algn="l" defTabSz="4507640" rtl="0" eaLnBrk="1" latinLnBrk="0" hangingPunct="1">
              <a:spcBef>
                <a:spcPct val="20000"/>
              </a:spcBef>
              <a:buFont typeface="Arial" pitchFamily="34" charset="0"/>
              <a:buChar char="–"/>
              <a:defRPr sz="2600" kern="1200">
                <a:solidFill>
                  <a:schemeClr val="tx1"/>
                </a:solidFill>
                <a:latin typeface="Trebuchet MS" pitchFamily="34" charset="0"/>
                <a:ea typeface="+mn-ea"/>
                <a:cs typeface="+mn-cs"/>
              </a:defRPr>
            </a:lvl2pPr>
            <a:lvl3pPr marL="2112956" indent="-586932" algn="l" defTabSz="4507640" rtl="0" eaLnBrk="1" latinLnBrk="0" hangingPunct="1">
              <a:spcBef>
                <a:spcPct val="20000"/>
              </a:spcBef>
              <a:buFont typeface="Arial" pitchFamily="34" charset="0"/>
              <a:buChar char="•"/>
              <a:defRPr sz="2600" kern="1200">
                <a:solidFill>
                  <a:schemeClr val="tx1"/>
                </a:solidFill>
                <a:latin typeface="Trebuchet MS" pitchFamily="34" charset="0"/>
                <a:ea typeface="+mn-ea"/>
                <a:cs typeface="+mn-cs"/>
              </a:defRPr>
            </a:lvl3pPr>
            <a:lvl4pPr marL="2758582" indent="-645626" algn="l" defTabSz="4507640" rtl="0" eaLnBrk="1" latinLnBrk="0" hangingPunct="1">
              <a:spcBef>
                <a:spcPct val="20000"/>
              </a:spcBef>
              <a:buFont typeface="Arial" pitchFamily="34" charset="0"/>
              <a:buChar char="–"/>
              <a:defRPr sz="2600" kern="1200">
                <a:solidFill>
                  <a:schemeClr val="tx1"/>
                </a:solidFill>
                <a:latin typeface="Trebuchet MS" pitchFamily="34" charset="0"/>
                <a:ea typeface="+mn-ea"/>
                <a:cs typeface="+mn-cs"/>
              </a:defRPr>
            </a:lvl4pPr>
            <a:lvl5pPr marL="3228128" indent="-469546" algn="l" defTabSz="4507640" rtl="0" eaLnBrk="1" latinLnBrk="0" hangingPunct="1">
              <a:spcBef>
                <a:spcPct val="20000"/>
              </a:spcBef>
              <a:buFont typeface="Arial" pitchFamily="34" charset="0"/>
              <a:buChar char="»"/>
              <a:defRPr sz="2600" kern="1200">
                <a:solidFill>
                  <a:schemeClr val="tx1"/>
                </a:solidFill>
                <a:latin typeface="Trebuchet MS" pitchFamily="34" charset="0"/>
                <a:ea typeface="+mn-ea"/>
                <a:cs typeface="+mn-cs"/>
              </a:defRPr>
            </a:lvl5pPr>
            <a:lvl6pPr marL="12396010"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6pPr>
            <a:lvl7pPr marL="14649828"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7pPr>
            <a:lvl8pPr marL="16903649"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8pPr>
            <a:lvl9pPr marL="19157469"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9pPr>
          </a:lstStyle>
          <a:p>
            <a:pPr marL="528523" indent="-528523">
              <a:buFontTx/>
              <a:buChar char="-"/>
            </a:pPr>
            <a:r>
              <a:rPr lang="en-US" sz="3699" dirty="0"/>
              <a:t>Annotation Proposal Generation.</a:t>
            </a:r>
          </a:p>
          <a:p>
            <a:pPr marL="1939790" lvl="1" indent="-528523">
              <a:buFontTx/>
              <a:buChar char="-"/>
            </a:pPr>
            <a:r>
              <a:rPr lang="en-US" sz="3329" dirty="0"/>
              <a:t>Leveraging the trained model, </a:t>
            </a:r>
          </a:p>
          <a:p>
            <a:pPr marL="1939790" lvl="1" indent="-528523">
              <a:buFontTx/>
              <a:buChar char="-"/>
            </a:pPr>
            <a:r>
              <a:rPr lang="en-US" sz="3329" dirty="0"/>
              <a:t>We generated annotations for a larger portion of the</a:t>
            </a:r>
          </a:p>
          <a:p>
            <a:pPr marL="1939790" lvl="1" indent="-528523">
              <a:buFontTx/>
              <a:buChar char="-"/>
            </a:pPr>
            <a:r>
              <a:rPr lang="en-US" sz="3329" dirty="0"/>
              <a:t>unannotated data</a:t>
            </a:r>
            <a:endParaRPr lang="en-US" sz="3884" dirty="0"/>
          </a:p>
        </p:txBody>
      </p:sp>
      <p:sp>
        <p:nvSpPr>
          <p:cNvPr id="67" name="Text Placeholder 1">
            <a:extLst>
              <a:ext uri="{FF2B5EF4-FFF2-40B4-BE49-F238E27FC236}">
                <a16:creationId xmlns:a16="http://schemas.microsoft.com/office/drawing/2014/main" id="{82DB3FC9-E95D-B7FA-3C40-7AD34CD16C81}"/>
              </a:ext>
            </a:extLst>
          </p:cNvPr>
          <p:cNvSpPr txBox="1">
            <a:spLocks/>
          </p:cNvSpPr>
          <p:nvPr/>
        </p:nvSpPr>
        <p:spPr>
          <a:xfrm>
            <a:off x="15692479" y="26809693"/>
            <a:ext cx="14631864" cy="1622537"/>
          </a:xfrm>
          <a:prstGeom prst="rect">
            <a:avLst/>
          </a:prstGeom>
        </p:spPr>
        <p:txBody>
          <a:bodyPr wrap="square" lIns="217127" tIns="217127" rIns="217127" bIns="217127" anchor="t" anchorCtr="0">
            <a:spAutoFit/>
          </a:bodyPr>
          <a:lstStyle>
            <a:lvl1pPr marL="0" indent="0" algn="l" defTabSz="4507640" rtl="0" eaLnBrk="1" latinLnBrk="0" hangingPunct="1">
              <a:spcBef>
                <a:spcPct val="20000"/>
              </a:spcBef>
              <a:buFont typeface="Arial" pitchFamily="34" charset="0"/>
              <a:buNone/>
              <a:defRPr sz="2800" kern="1200">
                <a:solidFill>
                  <a:schemeClr val="accent5">
                    <a:lumMod val="50000"/>
                  </a:schemeClr>
                </a:solidFill>
                <a:latin typeface="Century Gothic" panose="020B0502020202020204" pitchFamily="34" charset="0"/>
                <a:ea typeface="+mn-ea"/>
                <a:cs typeface="Times New Roman" panose="02020603050405020304" pitchFamily="18" charset="0"/>
              </a:defRPr>
            </a:lvl1pPr>
            <a:lvl2pPr marL="1526024" indent="-586932" algn="l" defTabSz="4507640" rtl="0" eaLnBrk="1" latinLnBrk="0" hangingPunct="1">
              <a:spcBef>
                <a:spcPct val="20000"/>
              </a:spcBef>
              <a:buFont typeface="Arial" pitchFamily="34" charset="0"/>
              <a:buChar char="–"/>
              <a:defRPr sz="2600" kern="1200">
                <a:solidFill>
                  <a:schemeClr val="tx1"/>
                </a:solidFill>
                <a:latin typeface="Trebuchet MS" pitchFamily="34" charset="0"/>
                <a:ea typeface="+mn-ea"/>
                <a:cs typeface="+mn-cs"/>
              </a:defRPr>
            </a:lvl2pPr>
            <a:lvl3pPr marL="2112956" indent="-586932" algn="l" defTabSz="4507640" rtl="0" eaLnBrk="1" latinLnBrk="0" hangingPunct="1">
              <a:spcBef>
                <a:spcPct val="20000"/>
              </a:spcBef>
              <a:buFont typeface="Arial" pitchFamily="34" charset="0"/>
              <a:buChar char="•"/>
              <a:defRPr sz="2600" kern="1200">
                <a:solidFill>
                  <a:schemeClr val="tx1"/>
                </a:solidFill>
                <a:latin typeface="Trebuchet MS" pitchFamily="34" charset="0"/>
                <a:ea typeface="+mn-ea"/>
                <a:cs typeface="+mn-cs"/>
              </a:defRPr>
            </a:lvl3pPr>
            <a:lvl4pPr marL="2758582" indent="-645626" algn="l" defTabSz="4507640" rtl="0" eaLnBrk="1" latinLnBrk="0" hangingPunct="1">
              <a:spcBef>
                <a:spcPct val="20000"/>
              </a:spcBef>
              <a:buFont typeface="Arial" pitchFamily="34" charset="0"/>
              <a:buChar char="–"/>
              <a:defRPr sz="2600" kern="1200">
                <a:solidFill>
                  <a:schemeClr val="tx1"/>
                </a:solidFill>
                <a:latin typeface="Trebuchet MS" pitchFamily="34" charset="0"/>
                <a:ea typeface="+mn-ea"/>
                <a:cs typeface="+mn-cs"/>
              </a:defRPr>
            </a:lvl4pPr>
            <a:lvl5pPr marL="3228128" indent="-469546" algn="l" defTabSz="4507640" rtl="0" eaLnBrk="1" latinLnBrk="0" hangingPunct="1">
              <a:spcBef>
                <a:spcPct val="20000"/>
              </a:spcBef>
              <a:buFont typeface="Arial" pitchFamily="34" charset="0"/>
              <a:buChar char="»"/>
              <a:defRPr sz="2600" kern="1200">
                <a:solidFill>
                  <a:schemeClr val="tx1"/>
                </a:solidFill>
                <a:latin typeface="Trebuchet MS" pitchFamily="34" charset="0"/>
                <a:ea typeface="+mn-ea"/>
                <a:cs typeface="+mn-cs"/>
              </a:defRPr>
            </a:lvl5pPr>
            <a:lvl6pPr marL="12396010"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6pPr>
            <a:lvl7pPr marL="14649828"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7pPr>
            <a:lvl8pPr marL="16903649"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8pPr>
            <a:lvl9pPr marL="19157469"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9pPr>
          </a:lstStyle>
          <a:p>
            <a:pPr marL="528523" indent="-528523">
              <a:buFontTx/>
              <a:buChar char="-"/>
            </a:pPr>
            <a:r>
              <a:rPr lang="en-US" sz="3699" dirty="0"/>
              <a:t>Annotation Review and Correction.</a:t>
            </a:r>
          </a:p>
          <a:p>
            <a:pPr marL="1939790" lvl="1" indent="-528523">
              <a:buFontTx/>
              <a:buChar char="-"/>
            </a:pPr>
            <a:r>
              <a:rPr lang="en-US" sz="3329" dirty="0"/>
              <a:t>Human annotators corrected the proposal generated</a:t>
            </a:r>
            <a:endParaRPr lang="en-US" sz="3884" dirty="0"/>
          </a:p>
        </p:txBody>
      </p:sp>
      <p:sp>
        <p:nvSpPr>
          <p:cNvPr id="69" name="Text Placeholder 1">
            <a:extLst>
              <a:ext uri="{FF2B5EF4-FFF2-40B4-BE49-F238E27FC236}">
                <a16:creationId xmlns:a16="http://schemas.microsoft.com/office/drawing/2014/main" id="{CD2C6CFD-9D06-4B71-C0B1-5D8BA3BF35C1}"/>
              </a:ext>
            </a:extLst>
          </p:cNvPr>
          <p:cNvSpPr txBox="1">
            <a:spLocks/>
          </p:cNvSpPr>
          <p:nvPr/>
        </p:nvSpPr>
        <p:spPr>
          <a:xfrm>
            <a:off x="15735077" y="28668775"/>
            <a:ext cx="14631864" cy="1622537"/>
          </a:xfrm>
          <a:prstGeom prst="rect">
            <a:avLst/>
          </a:prstGeom>
        </p:spPr>
        <p:txBody>
          <a:bodyPr wrap="square" lIns="217127" tIns="217127" rIns="217127" bIns="217127" anchor="t" anchorCtr="0">
            <a:spAutoFit/>
          </a:bodyPr>
          <a:lstStyle>
            <a:lvl1pPr marL="0" indent="0" algn="l" defTabSz="4507640" rtl="0" eaLnBrk="1" latinLnBrk="0" hangingPunct="1">
              <a:spcBef>
                <a:spcPct val="20000"/>
              </a:spcBef>
              <a:buFont typeface="Arial" pitchFamily="34" charset="0"/>
              <a:buNone/>
              <a:defRPr sz="2800" kern="1200">
                <a:solidFill>
                  <a:schemeClr val="accent5">
                    <a:lumMod val="50000"/>
                  </a:schemeClr>
                </a:solidFill>
                <a:latin typeface="Century Gothic" panose="020B0502020202020204" pitchFamily="34" charset="0"/>
                <a:ea typeface="+mn-ea"/>
                <a:cs typeface="Times New Roman" panose="02020603050405020304" pitchFamily="18" charset="0"/>
              </a:defRPr>
            </a:lvl1pPr>
            <a:lvl2pPr marL="1526024" indent="-586932" algn="l" defTabSz="4507640" rtl="0" eaLnBrk="1" latinLnBrk="0" hangingPunct="1">
              <a:spcBef>
                <a:spcPct val="20000"/>
              </a:spcBef>
              <a:buFont typeface="Arial" pitchFamily="34" charset="0"/>
              <a:buChar char="–"/>
              <a:defRPr sz="2600" kern="1200">
                <a:solidFill>
                  <a:schemeClr val="tx1"/>
                </a:solidFill>
                <a:latin typeface="Trebuchet MS" pitchFamily="34" charset="0"/>
                <a:ea typeface="+mn-ea"/>
                <a:cs typeface="+mn-cs"/>
              </a:defRPr>
            </a:lvl2pPr>
            <a:lvl3pPr marL="2112956" indent="-586932" algn="l" defTabSz="4507640" rtl="0" eaLnBrk="1" latinLnBrk="0" hangingPunct="1">
              <a:spcBef>
                <a:spcPct val="20000"/>
              </a:spcBef>
              <a:buFont typeface="Arial" pitchFamily="34" charset="0"/>
              <a:buChar char="•"/>
              <a:defRPr sz="2600" kern="1200">
                <a:solidFill>
                  <a:schemeClr val="tx1"/>
                </a:solidFill>
                <a:latin typeface="Trebuchet MS" pitchFamily="34" charset="0"/>
                <a:ea typeface="+mn-ea"/>
                <a:cs typeface="+mn-cs"/>
              </a:defRPr>
            </a:lvl3pPr>
            <a:lvl4pPr marL="2758582" indent="-645626" algn="l" defTabSz="4507640" rtl="0" eaLnBrk="1" latinLnBrk="0" hangingPunct="1">
              <a:spcBef>
                <a:spcPct val="20000"/>
              </a:spcBef>
              <a:buFont typeface="Arial" pitchFamily="34" charset="0"/>
              <a:buChar char="–"/>
              <a:defRPr sz="2600" kern="1200">
                <a:solidFill>
                  <a:schemeClr val="tx1"/>
                </a:solidFill>
                <a:latin typeface="Trebuchet MS" pitchFamily="34" charset="0"/>
                <a:ea typeface="+mn-ea"/>
                <a:cs typeface="+mn-cs"/>
              </a:defRPr>
            </a:lvl4pPr>
            <a:lvl5pPr marL="3228128" indent="-469546" algn="l" defTabSz="4507640" rtl="0" eaLnBrk="1" latinLnBrk="0" hangingPunct="1">
              <a:spcBef>
                <a:spcPct val="20000"/>
              </a:spcBef>
              <a:buFont typeface="Arial" pitchFamily="34" charset="0"/>
              <a:buChar char="»"/>
              <a:defRPr sz="2600" kern="1200">
                <a:solidFill>
                  <a:schemeClr val="tx1"/>
                </a:solidFill>
                <a:latin typeface="Trebuchet MS" pitchFamily="34" charset="0"/>
                <a:ea typeface="+mn-ea"/>
                <a:cs typeface="+mn-cs"/>
              </a:defRPr>
            </a:lvl5pPr>
            <a:lvl6pPr marL="12396010"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6pPr>
            <a:lvl7pPr marL="14649828"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7pPr>
            <a:lvl8pPr marL="16903649"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8pPr>
            <a:lvl9pPr marL="19157469"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9pPr>
          </a:lstStyle>
          <a:p>
            <a:pPr marL="528523" indent="-528523">
              <a:buFontTx/>
              <a:buChar char="-"/>
            </a:pPr>
            <a:r>
              <a:rPr lang="en-US" sz="3699" dirty="0"/>
              <a:t>Data Augmented and Retraining.</a:t>
            </a:r>
          </a:p>
          <a:p>
            <a:pPr marL="1939790" lvl="1" indent="-528523">
              <a:buFontTx/>
              <a:buChar char="-"/>
            </a:pPr>
            <a:r>
              <a:rPr lang="en-US" sz="3329" dirty="0"/>
              <a:t>Human annotators corrected the proposal generated</a:t>
            </a:r>
            <a:endParaRPr lang="en-US" sz="3884" dirty="0"/>
          </a:p>
        </p:txBody>
      </p:sp>
      <p:sp>
        <p:nvSpPr>
          <p:cNvPr id="70" name="Text Placeholder 14">
            <a:extLst>
              <a:ext uri="{FF2B5EF4-FFF2-40B4-BE49-F238E27FC236}">
                <a16:creationId xmlns:a16="http://schemas.microsoft.com/office/drawing/2014/main" id="{7C72B0AA-CAFE-77AB-A0F6-A61BEA3E22AC}"/>
              </a:ext>
            </a:extLst>
          </p:cNvPr>
          <p:cNvSpPr txBox="1">
            <a:spLocks/>
          </p:cNvSpPr>
          <p:nvPr/>
        </p:nvSpPr>
        <p:spPr>
          <a:xfrm>
            <a:off x="15728869" y="31667290"/>
            <a:ext cx="14291358" cy="1043606"/>
          </a:xfrm>
          <a:prstGeom prst="rect">
            <a:avLst/>
          </a:prstGeom>
          <a:solidFill>
            <a:schemeClr val="accent5">
              <a:lumMod val="50000"/>
            </a:schemeClr>
          </a:solidFill>
        </p:spPr>
        <p:txBody>
          <a:bodyPr wrap="square" lIns="93910" tIns="93910" rIns="93910" bIns="93910" anchor="t" anchorCtr="0">
            <a:spAutoFit/>
          </a:bodyPr>
          <a:lstStyle>
            <a:lvl1pPr marL="0" indent="0" algn="ctr" defTabSz="4168665" rtl="0" eaLnBrk="1" latinLnBrk="0" hangingPunct="1">
              <a:spcBef>
                <a:spcPct val="20000"/>
              </a:spcBef>
              <a:buFont typeface="Arial" pitchFamily="34" charset="0"/>
              <a:buNone/>
              <a:defRPr sz="3792" b="1" u="none" kern="1200" baseline="0">
                <a:solidFill>
                  <a:schemeClr val="bg1"/>
                </a:solidFill>
                <a:latin typeface="Century Gothic" panose="020B0502020202020204" pitchFamily="34" charset="0"/>
                <a:ea typeface="+mn-ea"/>
                <a:cs typeface="+mn-cs"/>
              </a:defRPr>
            </a:lvl1pPr>
            <a:lvl2pPr marL="3387040" indent="-1302707" algn="l" defTabSz="4168665" rtl="0" eaLnBrk="1" latinLnBrk="0" hangingPunct="1">
              <a:spcBef>
                <a:spcPct val="20000"/>
              </a:spcBef>
              <a:buFont typeface="Arial" pitchFamily="34" charset="0"/>
              <a:buChar char="–"/>
              <a:defRPr sz="12855" kern="1200">
                <a:solidFill>
                  <a:schemeClr val="tx1"/>
                </a:solidFill>
                <a:latin typeface="+mn-lt"/>
                <a:ea typeface="+mn-ea"/>
                <a:cs typeface="+mn-cs"/>
              </a:defRPr>
            </a:lvl2pPr>
            <a:lvl3pPr marL="5210833" indent="-1042167" algn="l" defTabSz="4168665" rtl="0" eaLnBrk="1" latinLnBrk="0" hangingPunct="1">
              <a:spcBef>
                <a:spcPct val="20000"/>
              </a:spcBef>
              <a:buFont typeface="Arial" pitchFamily="34" charset="0"/>
              <a:buChar char="•"/>
              <a:defRPr sz="11005" kern="1200">
                <a:solidFill>
                  <a:schemeClr val="tx1"/>
                </a:solidFill>
                <a:latin typeface="+mn-lt"/>
                <a:ea typeface="+mn-ea"/>
                <a:cs typeface="+mn-cs"/>
              </a:defRPr>
            </a:lvl3pPr>
            <a:lvl4pPr marL="7295165" indent="-1042167" algn="l" defTabSz="4168665" rtl="0" eaLnBrk="1" latinLnBrk="0" hangingPunct="1">
              <a:spcBef>
                <a:spcPct val="20000"/>
              </a:spcBef>
              <a:buFont typeface="Arial" pitchFamily="34" charset="0"/>
              <a:buChar char="–"/>
              <a:defRPr sz="9156" kern="1200">
                <a:solidFill>
                  <a:schemeClr val="tx1"/>
                </a:solidFill>
                <a:latin typeface="+mn-lt"/>
                <a:ea typeface="+mn-ea"/>
                <a:cs typeface="+mn-cs"/>
              </a:defRPr>
            </a:lvl4pPr>
            <a:lvl5pPr marL="9379496" indent="-1042167" algn="l" defTabSz="4168665" rtl="0" eaLnBrk="1" latinLnBrk="0" hangingPunct="1">
              <a:spcBef>
                <a:spcPct val="20000"/>
              </a:spcBef>
              <a:buFont typeface="Arial" pitchFamily="34" charset="0"/>
              <a:buChar char="»"/>
              <a:defRPr sz="9156" kern="1200">
                <a:solidFill>
                  <a:schemeClr val="tx1"/>
                </a:solidFill>
                <a:latin typeface="+mn-lt"/>
                <a:ea typeface="+mn-ea"/>
                <a:cs typeface="+mn-cs"/>
              </a:defRPr>
            </a:lvl5pPr>
            <a:lvl6pPr marL="11463830" indent="-1042167" algn="l" defTabSz="4168665" rtl="0" eaLnBrk="1" latinLnBrk="0" hangingPunct="1">
              <a:spcBef>
                <a:spcPct val="20000"/>
              </a:spcBef>
              <a:buFont typeface="Arial" pitchFamily="34" charset="0"/>
              <a:buChar char="•"/>
              <a:defRPr sz="9156" kern="1200">
                <a:solidFill>
                  <a:schemeClr val="tx1"/>
                </a:solidFill>
                <a:latin typeface="+mn-lt"/>
                <a:ea typeface="+mn-ea"/>
                <a:cs typeface="+mn-cs"/>
              </a:defRPr>
            </a:lvl6pPr>
            <a:lvl7pPr marL="13548161" indent="-1042167" algn="l" defTabSz="4168665" rtl="0" eaLnBrk="1" latinLnBrk="0" hangingPunct="1">
              <a:spcBef>
                <a:spcPct val="20000"/>
              </a:spcBef>
              <a:buFont typeface="Arial" pitchFamily="34" charset="0"/>
              <a:buChar char="•"/>
              <a:defRPr sz="9156" kern="1200">
                <a:solidFill>
                  <a:schemeClr val="tx1"/>
                </a:solidFill>
                <a:latin typeface="+mn-lt"/>
                <a:ea typeface="+mn-ea"/>
                <a:cs typeface="+mn-cs"/>
              </a:defRPr>
            </a:lvl7pPr>
            <a:lvl8pPr marL="15632495" indent="-1042167" algn="l" defTabSz="4168665" rtl="0" eaLnBrk="1" latinLnBrk="0" hangingPunct="1">
              <a:spcBef>
                <a:spcPct val="20000"/>
              </a:spcBef>
              <a:buFont typeface="Arial" pitchFamily="34" charset="0"/>
              <a:buChar char="•"/>
              <a:defRPr sz="9156" kern="1200">
                <a:solidFill>
                  <a:schemeClr val="tx1"/>
                </a:solidFill>
                <a:latin typeface="+mn-lt"/>
                <a:ea typeface="+mn-ea"/>
                <a:cs typeface="+mn-cs"/>
              </a:defRPr>
            </a:lvl8pPr>
            <a:lvl9pPr marL="17716827" indent="-1042167" algn="l" defTabSz="4168665" rtl="0" eaLnBrk="1" latinLnBrk="0" hangingPunct="1">
              <a:spcBef>
                <a:spcPct val="20000"/>
              </a:spcBef>
              <a:buFont typeface="Arial" pitchFamily="34" charset="0"/>
              <a:buChar char="•"/>
              <a:defRPr sz="9156" kern="1200">
                <a:solidFill>
                  <a:schemeClr val="tx1"/>
                </a:solidFill>
                <a:latin typeface="+mn-lt"/>
                <a:ea typeface="+mn-ea"/>
                <a:cs typeface="+mn-cs"/>
              </a:defRPr>
            </a:lvl9pPr>
          </a:lstStyle>
          <a:p>
            <a:pPr algn="l"/>
            <a:r>
              <a:rPr lang="en-US" sz="5549" dirty="0"/>
              <a:t>Quality Control</a:t>
            </a:r>
          </a:p>
        </p:txBody>
      </p:sp>
      <p:sp>
        <p:nvSpPr>
          <p:cNvPr id="73" name="Text Placeholder 1">
            <a:extLst>
              <a:ext uri="{FF2B5EF4-FFF2-40B4-BE49-F238E27FC236}">
                <a16:creationId xmlns:a16="http://schemas.microsoft.com/office/drawing/2014/main" id="{D79028AD-3E90-9F28-D6EF-56363BE87A8B}"/>
              </a:ext>
            </a:extLst>
          </p:cNvPr>
          <p:cNvSpPr txBox="1">
            <a:spLocks/>
          </p:cNvSpPr>
          <p:nvPr/>
        </p:nvSpPr>
        <p:spPr>
          <a:xfrm>
            <a:off x="15713278" y="32744065"/>
            <a:ext cx="14092548" cy="6623393"/>
          </a:xfrm>
          <a:prstGeom prst="rect">
            <a:avLst/>
          </a:prstGeom>
        </p:spPr>
        <p:txBody>
          <a:bodyPr wrap="square" lIns="217127" tIns="217127" rIns="217127" bIns="217127" anchor="t" anchorCtr="0">
            <a:spAutoFit/>
          </a:bodyPr>
          <a:lstStyle>
            <a:lvl1pPr marL="0" indent="0" algn="l" defTabSz="4507640" rtl="0" eaLnBrk="1" latinLnBrk="0" hangingPunct="1">
              <a:spcBef>
                <a:spcPct val="20000"/>
              </a:spcBef>
              <a:buFont typeface="Arial" pitchFamily="34" charset="0"/>
              <a:buNone/>
              <a:defRPr sz="2800" kern="1200">
                <a:solidFill>
                  <a:schemeClr val="accent5">
                    <a:lumMod val="50000"/>
                  </a:schemeClr>
                </a:solidFill>
                <a:latin typeface="Century Gothic" panose="020B0502020202020204" pitchFamily="34" charset="0"/>
                <a:ea typeface="+mn-ea"/>
                <a:cs typeface="Times New Roman" panose="02020603050405020304" pitchFamily="18" charset="0"/>
              </a:defRPr>
            </a:lvl1pPr>
            <a:lvl2pPr marL="1526024" indent="-586932" algn="l" defTabSz="4507640" rtl="0" eaLnBrk="1" latinLnBrk="0" hangingPunct="1">
              <a:spcBef>
                <a:spcPct val="20000"/>
              </a:spcBef>
              <a:buFont typeface="Arial" pitchFamily="34" charset="0"/>
              <a:buChar char="–"/>
              <a:defRPr sz="2600" kern="1200">
                <a:solidFill>
                  <a:schemeClr val="tx1"/>
                </a:solidFill>
                <a:latin typeface="Trebuchet MS" pitchFamily="34" charset="0"/>
                <a:ea typeface="+mn-ea"/>
                <a:cs typeface="+mn-cs"/>
              </a:defRPr>
            </a:lvl2pPr>
            <a:lvl3pPr marL="2112956" indent="-586932" algn="l" defTabSz="4507640" rtl="0" eaLnBrk="1" latinLnBrk="0" hangingPunct="1">
              <a:spcBef>
                <a:spcPct val="20000"/>
              </a:spcBef>
              <a:buFont typeface="Arial" pitchFamily="34" charset="0"/>
              <a:buChar char="•"/>
              <a:defRPr sz="2600" kern="1200">
                <a:solidFill>
                  <a:schemeClr val="tx1"/>
                </a:solidFill>
                <a:latin typeface="Trebuchet MS" pitchFamily="34" charset="0"/>
                <a:ea typeface="+mn-ea"/>
                <a:cs typeface="+mn-cs"/>
              </a:defRPr>
            </a:lvl3pPr>
            <a:lvl4pPr marL="2758582" indent="-645626" algn="l" defTabSz="4507640" rtl="0" eaLnBrk="1" latinLnBrk="0" hangingPunct="1">
              <a:spcBef>
                <a:spcPct val="20000"/>
              </a:spcBef>
              <a:buFont typeface="Arial" pitchFamily="34" charset="0"/>
              <a:buChar char="–"/>
              <a:defRPr sz="2600" kern="1200">
                <a:solidFill>
                  <a:schemeClr val="tx1"/>
                </a:solidFill>
                <a:latin typeface="Trebuchet MS" pitchFamily="34" charset="0"/>
                <a:ea typeface="+mn-ea"/>
                <a:cs typeface="+mn-cs"/>
              </a:defRPr>
            </a:lvl4pPr>
            <a:lvl5pPr marL="3228128" indent="-469546" algn="l" defTabSz="4507640" rtl="0" eaLnBrk="1" latinLnBrk="0" hangingPunct="1">
              <a:spcBef>
                <a:spcPct val="20000"/>
              </a:spcBef>
              <a:buFont typeface="Arial" pitchFamily="34" charset="0"/>
              <a:buChar char="»"/>
              <a:defRPr sz="2600" kern="1200">
                <a:solidFill>
                  <a:schemeClr val="tx1"/>
                </a:solidFill>
                <a:latin typeface="Trebuchet MS" pitchFamily="34" charset="0"/>
                <a:ea typeface="+mn-ea"/>
                <a:cs typeface="+mn-cs"/>
              </a:defRPr>
            </a:lvl5pPr>
            <a:lvl6pPr marL="12396010"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6pPr>
            <a:lvl7pPr marL="14649828"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7pPr>
            <a:lvl8pPr marL="16903649"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8pPr>
            <a:lvl9pPr marL="19157469" indent="-1126911" algn="l" defTabSz="4507640" rtl="0" eaLnBrk="1" latinLnBrk="0" hangingPunct="1">
              <a:spcBef>
                <a:spcPct val="20000"/>
              </a:spcBef>
              <a:buFont typeface="Arial" pitchFamily="34" charset="0"/>
              <a:buChar char="•"/>
              <a:defRPr sz="9900" kern="1200">
                <a:solidFill>
                  <a:schemeClr val="tx1"/>
                </a:solidFill>
                <a:latin typeface="+mn-lt"/>
                <a:ea typeface="+mn-ea"/>
                <a:cs typeface="+mn-cs"/>
              </a:defRPr>
            </a:lvl9pPr>
          </a:lstStyle>
          <a:p>
            <a:pPr marL="528523" indent="-528523">
              <a:buFontTx/>
              <a:buChar char="-"/>
            </a:pPr>
            <a:r>
              <a:rPr lang="en-US" sz="3699" dirty="0"/>
              <a:t>Checking images with more than 3 tool instances.</a:t>
            </a:r>
          </a:p>
          <a:p>
            <a:pPr marL="1939790" lvl="1" indent="-528523">
              <a:buFontTx/>
              <a:buChar char="-"/>
            </a:pPr>
            <a:r>
              <a:rPr lang="en-US" sz="3329" dirty="0"/>
              <a:t>we observed that the most crowded scenes typically included a maximum of three separate tool</a:t>
            </a:r>
          </a:p>
          <a:p>
            <a:pPr marL="413766" indent="-528523">
              <a:buFontTx/>
              <a:buChar char="-"/>
            </a:pPr>
            <a:r>
              <a:rPr lang="en-US" sz="4084" dirty="0"/>
              <a:t>Utilizing tool presence labels from Cholec80.</a:t>
            </a:r>
          </a:p>
          <a:p>
            <a:pPr marL="1939790" lvl="1" indent="-528523">
              <a:buFontTx/>
              <a:buChar char="-"/>
            </a:pPr>
            <a:r>
              <a:rPr lang="en-US" sz="2800" dirty="0"/>
              <a:t>Tool presence labels from the Cholec80 parent dataset, although noisy and incomplete, were used for cross-referencing</a:t>
            </a:r>
          </a:p>
          <a:p>
            <a:pPr marL="413766" indent="-528523">
              <a:buFontTx/>
              <a:buChar char="-"/>
            </a:pPr>
            <a:r>
              <a:rPr lang="en-US" sz="4084" dirty="0"/>
              <a:t>Reducing noise for scenes with tool overlap.</a:t>
            </a:r>
          </a:p>
          <a:p>
            <a:pPr marL="1939790" lvl="1" indent="-528523">
              <a:buFontTx/>
              <a:buChar char="-"/>
            </a:pPr>
            <a:r>
              <a:rPr lang="en-US" sz="3884" dirty="0"/>
              <a:t>To reduce labelling noise for scenes that include tools occluding other tools, we checked instances that had overlaps</a:t>
            </a:r>
          </a:p>
        </p:txBody>
      </p:sp>
    </p:spTree>
    <p:extLst>
      <p:ext uri="{BB962C8B-B14F-4D97-AF65-F5344CB8AC3E}">
        <p14:creationId xmlns:p14="http://schemas.microsoft.com/office/powerpoint/2010/main" val="3299181156"/>
      </p:ext>
    </p:extLst>
  </p:cSld>
  <p:clrMapOvr>
    <a:masterClrMapping/>
  </p:clrMapOvr>
</p:sld>
</file>

<file path=ppt/theme/theme1.xml><?xml version="1.0" encoding="utf-8"?>
<a:theme xmlns:a="http://schemas.openxmlformats.org/drawingml/2006/main" name="91CMx122CM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8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guid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8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PosterPresentations.com-91CMx122CM</Template>
  <TotalTime>1732</TotalTime>
  <Words>366</Words>
  <Application>Microsoft Office PowerPoint</Application>
  <PresentationFormat>Custom</PresentationFormat>
  <Paragraphs>39</Paragraphs>
  <Slides>1</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vt:i4>
      </vt:variant>
    </vt:vector>
  </HeadingPairs>
  <TitlesOfParts>
    <vt:vector size="9" baseType="lpstr">
      <vt:lpstr>Aptos</vt:lpstr>
      <vt:lpstr>Arial</vt:lpstr>
      <vt:lpstr>Calibri</vt:lpstr>
      <vt:lpstr>Century Gothic</vt:lpstr>
      <vt:lpstr>Times New Roman</vt:lpstr>
      <vt:lpstr>Trebuchet MS</vt:lpstr>
      <vt:lpstr>91CMx122CM template</vt:lpstr>
      <vt:lpstr>Without guides</vt:lpstr>
      <vt:lpstr>PowerPoint Presentation</vt:lpstr>
    </vt:vector>
  </TitlesOfParts>
  <Manager>A. Kotoulas </Manager>
  <Company>Canterbury Media Services, Inc. </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91x122cm PowerPoint Presentation</dc:title>
  <dc:subject>Research poster presentation template </dc:subject>
  <dc:creator>PosterPresentations.com</dc:creator>
  <cp:keywords>91x122cm Powerpoint poster template, scientific poster template, research poster template </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
</dc:description>
  <cp:lastModifiedBy>OLUWATOSIN ALABI</cp:lastModifiedBy>
  <cp:revision>33</cp:revision>
  <cp:lastPrinted>2024-05-07T21:01:43Z</cp:lastPrinted>
  <dcterms:created xsi:type="dcterms:W3CDTF">2012-02-10T00:16:25Z</dcterms:created>
  <dcterms:modified xsi:type="dcterms:W3CDTF">2024-11-08T12:24:21Z</dcterms:modified>
  <cp:category>Research poster templates </cp:category>
</cp:coreProperties>
</file>