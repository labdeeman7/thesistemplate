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375" r:id="rId3"/>
    <p:sldId id="358" r:id="rId4"/>
    <p:sldId id="379" r:id="rId5"/>
    <p:sldId id="380" r:id="rId6"/>
    <p:sldId id="381" r:id="rId7"/>
    <p:sldId id="378" r:id="rId8"/>
    <p:sldId id="382" r:id="rId9"/>
    <p:sldId id="383" r:id="rId10"/>
    <p:sldId id="376" r:id="rId11"/>
    <p:sldId id="385" r:id="rId12"/>
    <p:sldId id="388" r:id="rId13"/>
    <p:sldId id="390" r:id="rId14"/>
    <p:sldId id="364" r:id="rId15"/>
    <p:sldId id="391" r:id="rId16"/>
    <p:sldId id="392" r:id="rId17"/>
    <p:sldId id="393" r:id="rId18"/>
    <p:sldId id="370" r:id="rId19"/>
    <p:sldId id="369" r:id="rId20"/>
    <p:sldId id="394" r:id="rId21"/>
    <p:sldId id="395" r:id="rId22"/>
    <p:sldId id="396" r:id="rId23"/>
    <p:sldId id="361" r:id="rId24"/>
    <p:sldId id="368" r:id="rId25"/>
    <p:sldId id="398" r:id="rId26"/>
    <p:sldId id="39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UWATOSIN ALABI" userId="55cd164168562cfa" providerId="LiveId" clId="{83FD2642-D216-4FAC-8DB0-532D4C7D0AE8}"/>
    <pc:docChg chg="custSel modSld sldOrd">
      <pc:chgData name="OLUWATOSIN ALABI" userId="55cd164168562cfa" providerId="LiveId" clId="{83FD2642-D216-4FAC-8DB0-532D4C7D0AE8}" dt="2023-10-25T15:22:58.666" v="179"/>
      <pc:docMkLst>
        <pc:docMk/>
      </pc:docMkLst>
      <pc:sldChg chg="addSp modSp mod">
        <pc:chgData name="OLUWATOSIN ALABI" userId="55cd164168562cfa" providerId="LiveId" clId="{83FD2642-D216-4FAC-8DB0-532D4C7D0AE8}" dt="2023-10-25T15:22:25.900" v="174" actId="122"/>
        <pc:sldMkLst>
          <pc:docMk/>
          <pc:sldMk cId="3862272694" sldId="256"/>
        </pc:sldMkLst>
        <pc:spChg chg="mod">
          <ac:chgData name="OLUWATOSIN ALABI" userId="55cd164168562cfa" providerId="LiveId" clId="{83FD2642-D216-4FAC-8DB0-532D4C7D0AE8}" dt="2023-10-25T15:20:41.846" v="46" actId="6549"/>
          <ac:spMkLst>
            <pc:docMk/>
            <pc:sldMk cId="3862272694" sldId="256"/>
            <ac:spMk id="2" creationId="{53B4FD1D-AE14-6BAA-9DEC-7FD354E06093}"/>
          </ac:spMkLst>
        </pc:spChg>
        <pc:spChg chg="add mod">
          <ac:chgData name="OLUWATOSIN ALABI" userId="55cd164168562cfa" providerId="LiveId" clId="{83FD2642-D216-4FAC-8DB0-532D4C7D0AE8}" dt="2023-10-25T15:21:36.258" v="82" actId="122"/>
          <ac:spMkLst>
            <pc:docMk/>
            <pc:sldMk cId="3862272694" sldId="256"/>
            <ac:spMk id="3" creationId="{41542BAA-FEDF-8018-C432-919BCF9FC3DF}"/>
          </ac:spMkLst>
        </pc:spChg>
        <pc:spChg chg="add mod">
          <ac:chgData name="OLUWATOSIN ALABI" userId="55cd164168562cfa" providerId="LiveId" clId="{83FD2642-D216-4FAC-8DB0-532D4C7D0AE8}" dt="2023-10-25T15:21:46.028" v="100" actId="20577"/>
          <ac:spMkLst>
            <pc:docMk/>
            <pc:sldMk cId="3862272694" sldId="256"/>
            <ac:spMk id="4" creationId="{70AB6B7E-9FA2-2994-3C9D-BCD5AC473F27}"/>
          </ac:spMkLst>
        </pc:spChg>
        <pc:spChg chg="add mod">
          <ac:chgData name="OLUWATOSIN ALABI" userId="55cd164168562cfa" providerId="LiveId" clId="{83FD2642-D216-4FAC-8DB0-532D4C7D0AE8}" dt="2023-10-25T15:22:25.900" v="174" actId="122"/>
          <ac:spMkLst>
            <pc:docMk/>
            <pc:sldMk cId="3862272694" sldId="256"/>
            <ac:spMk id="5" creationId="{99254CC3-F522-E4E2-104A-685F629A2290}"/>
          </ac:spMkLst>
        </pc:spChg>
      </pc:sldChg>
      <pc:sldChg chg="modSp mod">
        <pc:chgData name="OLUWATOSIN ALABI" userId="55cd164168562cfa" providerId="LiveId" clId="{83FD2642-D216-4FAC-8DB0-532D4C7D0AE8}" dt="2023-10-25T15:22:46.693" v="177" actId="20577"/>
        <pc:sldMkLst>
          <pc:docMk/>
          <pc:sldMk cId="518737058" sldId="309"/>
        </pc:sldMkLst>
        <pc:spChg chg="mod">
          <ac:chgData name="OLUWATOSIN ALABI" userId="55cd164168562cfa" providerId="LiveId" clId="{83FD2642-D216-4FAC-8DB0-532D4C7D0AE8}" dt="2023-10-25T15:22:46.693" v="177" actId="20577"/>
          <ac:spMkLst>
            <pc:docMk/>
            <pc:sldMk cId="518737058" sldId="309"/>
            <ac:spMk id="2" creationId="{E7DD17D0-5DF0-47CE-CC1A-523C17828BB9}"/>
          </ac:spMkLst>
        </pc:spChg>
      </pc:sldChg>
      <pc:sldChg chg="ord">
        <pc:chgData name="OLUWATOSIN ALABI" userId="55cd164168562cfa" providerId="LiveId" clId="{83FD2642-D216-4FAC-8DB0-532D4C7D0AE8}" dt="2023-10-25T15:22:58.666" v="179"/>
        <pc:sldMkLst>
          <pc:docMk/>
          <pc:sldMk cId="3630563018" sldId="355"/>
        </pc:sldMkLst>
      </pc:sldChg>
    </pc:docChg>
  </pc:docChgLst>
  <pc:docChgLst>
    <pc:chgData name="OLUWATOSIN ALABI" userId="55cd164168562cfa" providerId="LiveId" clId="{1B3DEA9F-D85A-477D-8D6D-57DDDF69D989}"/>
    <pc:docChg chg="undo redo custSel addSld delSld modSld sldOrd">
      <pc:chgData name="OLUWATOSIN ALABI" userId="55cd164168562cfa" providerId="LiveId" clId="{1B3DEA9F-D85A-477D-8D6D-57DDDF69D989}" dt="2023-10-27T09:14:02.029" v="8456" actId="20577"/>
      <pc:docMkLst>
        <pc:docMk/>
      </pc:docMkLst>
      <pc:sldChg chg="addSp delSp modSp mod">
        <pc:chgData name="OLUWATOSIN ALABI" userId="55cd164168562cfa" providerId="LiveId" clId="{1B3DEA9F-D85A-477D-8D6D-57DDDF69D989}" dt="2023-10-26T12:31:12.272" v="50" actId="22"/>
        <pc:sldMkLst>
          <pc:docMk/>
          <pc:sldMk cId="3862272694" sldId="256"/>
        </pc:sldMkLst>
        <pc:spChg chg="add del">
          <ac:chgData name="OLUWATOSIN ALABI" userId="55cd164168562cfa" providerId="LiveId" clId="{1B3DEA9F-D85A-477D-8D6D-57DDDF69D989}" dt="2023-10-26T12:31:04.919" v="48" actId="22"/>
          <ac:spMkLst>
            <pc:docMk/>
            <pc:sldMk cId="3862272694" sldId="256"/>
            <ac:spMk id="10" creationId="{BAA78F90-EED3-2362-DC4F-68364A5BB12E}"/>
          </ac:spMkLst>
        </pc:spChg>
        <pc:spChg chg="add del">
          <ac:chgData name="OLUWATOSIN ALABI" userId="55cd164168562cfa" providerId="LiveId" clId="{1B3DEA9F-D85A-477D-8D6D-57DDDF69D989}" dt="2023-10-26T12:31:12.272" v="50" actId="22"/>
          <ac:spMkLst>
            <pc:docMk/>
            <pc:sldMk cId="3862272694" sldId="256"/>
            <ac:spMk id="12" creationId="{A69CCDC0-3C17-8F93-215A-7744006BB8F0}"/>
          </ac:spMkLst>
        </pc:spChg>
        <pc:picChg chg="add mod">
          <ac:chgData name="OLUWATOSIN ALABI" userId="55cd164168562cfa" providerId="LiveId" clId="{1B3DEA9F-D85A-477D-8D6D-57DDDF69D989}" dt="2023-10-26T10:12:20.325" v="0"/>
          <ac:picMkLst>
            <pc:docMk/>
            <pc:sldMk cId="3862272694" sldId="256"/>
            <ac:picMk id="6" creationId="{44AEE8FD-4314-DF6B-4F80-49B27C7FC964}"/>
          </ac:picMkLst>
        </pc:picChg>
        <pc:picChg chg="add mod">
          <ac:chgData name="OLUWATOSIN ALABI" userId="55cd164168562cfa" providerId="LiveId" clId="{1B3DEA9F-D85A-477D-8D6D-57DDDF69D989}" dt="2023-10-26T10:12:20.325" v="0"/>
          <ac:picMkLst>
            <pc:docMk/>
            <pc:sldMk cId="3862272694" sldId="256"/>
            <ac:picMk id="7" creationId="{B47DDD8E-4C99-4390-EA7D-F0920790ACCC}"/>
          </ac:picMkLst>
        </pc:picChg>
        <pc:picChg chg="add mod">
          <ac:chgData name="OLUWATOSIN ALABI" userId="55cd164168562cfa" providerId="LiveId" clId="{1B3DEA9F-D85A-477D-8D6D-57DDDF69D989}" dt="2023-10-26T10:12:20.325" v="0"/>
          <ac:picMkLst>
            <pc:docMk/>
            <pc:sldMk cId="3862272694" sldId="256"/>
            <ac:picMk id="8" creationId="{4E1D5EC5-5879-E46C-7EC8-8E903ABDB601}"/>
          </ac:picMkLst>
        </pc:picChg>
      </pc:sldChg>
      <pc:sldChg chg="del">
        <pc:chgData name="OLUWATOSIN ALABI" userId="55cd164168562cfa" providerId="LiveId" clId="{1B3DEA9F-D85A-477D-8D6D-57DDDF69D989}" dt="2023-10-26T22:07:24.823" v="5607" actId="47"/>
        <pc:sldMkLst>
          <pc:docMk/>
          <pc:sldMk cId="417379457" sldId="259"/>
        </pc:sldMkLst>
      </pc:sldChg>
      <pc:sldChg chg="del">
        <pc:chgData name="OLUWATOSIN ALABI" userId="55cd164168562cfa" providerId="LiveId" clId="{1B3DEA9F-D85A-477D-8D6D-57DDDF69D989}" dt="2023-10-26T22:07:24.823" v="5607" actId="47"/>
        <pc:sldMkLst>
          <pc:docMk/>
          <pc:sldMk cId="4281022846" sldId="260"/>
        </pc:sldMkLst>
      </pc:sldChg>
      <pc:sldChg chg="addSp modSp add del mod ord">
        <pc:chgData name="OLUWATOSIN ALABI" userId="55cd164168562cfa" providerId="LiveId" clId="{1B3DEA9F-D85A-477D-8D6D-57DDDF69D989}" dt="2023-10-26T21:22:35.363" v="3384" actId="47"/>
        <pc:sldMkLst>
          <pc:docMk/>
          <pc:sldMk cId="518737058" sldId="309"/>
        </pc:sldMkLst>
        <pc:spChg chg="add mod">
          <ac:chgData name="OLUWATOSIN ALABI" userId="55cd164168562cfa" providerId="LiveId" clId="{1B3DEA9F-D85A-477D-8D6D-57DDDF69D989}" dt="2023-10-26T12:52:26.207" v="715" actId="20577"/>
          <ac:spMkLst>
            <pc:docMk/>
            <pc:sldMk cId="518737058" sldId="309"/>
            <ac:spMk id="2" creationId="{A84A1FC3-1D23-847E-67B4-1E5F5016CE47}"/>
          </ac:spMkLst>
        </pc:spChg>
        <pc:spChg chg="mod">
          <ac:chgData name="OLUWATOSIN ALABI" userId="55cd164168562cfa" providerId="LiveId" clId="{1B3DEA9F-D85A-477D-8D6D-57DDDF69D989}" dt="2023-10-26T12:50:48.986" v="406" actId="14100"/>
          <ac:spMkLst>
            <pc:docMk/>
            <pc:sldMk cId="518737058" sldId="309"/>
            <ac:spMk id="3" creationId="{00000000-0000-0000-0000-000000000000}"/>
          </ac:spMkLst>
        </pc:spChg>
        <pc:graphicFrameChg chg="modGraphic">
          <ac:chgData name="OLUWATOSIN ALABI" userId="55cd164168562cfa" providerId="LiveId" clId="{1B3DEA9F-D85A-477D-8D6D-57DDDF69D989}" dt="2023-10-26T12:52:39.408" v="717" actId="20577"/>
          <ac:graphicFrameMkLst>
            <pc:docMk/>
            <pc:sldMk cId="518737058" sldId="309"/>
            <ac:graphicFrameMk id="5" creationId="{2D8D9D2D-1377-86EA-45AC-062012A31BA3}"/>
          </ac:graphicFrameMkLst>
        </pc:graphicFrameChg>
        <pc:picChg chg="mod">
          <ac:chgData name="OLUWATOSIN ALABI" userId="55cd164168562cfa" providerId="LiveId" clId="{1B3DEA9F-D85A-477D-8D6D-57DDDF69D989}" dt="2023-10-26T12:50:50.632" v="407" actId="1076"/>
          <ac:picMkLst>
            <pc:docMk/>
            <pc:sldMk cId="518737058" sldId="309"/>
            <ac:picMk id="4" creationId="{C3374BC0-27DC-19D7-2AD3-5C2FE31AD806}"/>
          </ac:picMkLst>
        </pc:picChg>
      </pc:sldChg>
      <pc:sldChg chg="del">
        <pc:chgData name="OLUWATOSIN ALABI" userId="55cd164168562cfa" providerId="LiveId" clId="{1B3DEA9F-D85A-477D-8D6D-57DDDF69D989}" dt="2023-10-26T22:07:24.823" v="5607" actId="47"/>
        <pc:sldMkLst>
          <pc:docMk/>
          <pc:sldMk cId="1387978489" sldId="310"/>
        </pc:sldMkLst>
      </pc:sldChg>
      <pc:sldChg chg="del">
        <pc:chgData name="OLUWATOSIN ALABI" userId="55cd164168562cfa" providerId="LiveId" clId="{1B3DEA9F-D85A-477D-8D6D-57DDDF69D989}" dt="2023-10-26T22:07:24.823" v="5607" actId="47"/>
        <pc:sldMkLst>
          <pc:docMk/>
          <pc:sldMk cId="3038413692" sldId="311"/>
        </pc:sldMkLst>
      </pc:sldChg>
      <pc:sldChg chg="del">
        <pc:chgData name="OLUWATOSIN ALABI" userId="55cd164168562cfa" providerId="LiveId" clId="{1B3DEA9F-D85A-477D-8D6D-57DDDF69D989}" dt="2023-10-26T22:07:24.823" v="5607" actId="47"/>
        <pc:sldMkLst>
          <pc:docMk/>
          <pc:sldMk cId="924520850" sldId="328"/>
        </pc:sldMkLst>
      </pc:sldChg>
      <pc:sldChg chg="del">
        <pc:chgData name="OLUWATOSIN ALABI" userId="55cd164168562cfa" providerId="LiveId" clId="{1B3DEA9F-D85A-477D-8D6D-57DDDF69D989}" dt="2023-10-26T22:07:24.823" v="5607" actId="47"/>
        <pc:sldMkLst>
          <pc:docMk/>
          <pc:sldMk cId="2699437491" sldId="329"/>
        </pc:sldMkLst>
      </pc:sldChg>
      <pc:sldChg chg="del">
        <pc:chgData name="OLUWATOSIN ALABI" userId="55cd164168562cfa" providerId="LiveId" clId="{1B3DEA9F-D85A-477D-8D6D-57DDDF69D989}" dt="2023-10-26T22:07:24.823" v="5607" actId="47"/>
        <pc:sldMkLst>
          <pc:docMk/>
          <pc:sldMk cId="1380178891" sldId="330"/>
        </pc:sldMkLst>
      </pc:sldChg>
      <pc:sldChg chg="del">
        <pc:chgData name="OLUWATOSIN ALABI" userId="55cd164168562cfa" providerId="LiveId" clId="{1B3DEA9F-D85A-477D-8D6D-57DDDF69D989}" dt="2023-10-26T22:07:24.823" v="5607" actId="47"/>
        <pc:sldMkLst>
          <pc:docMk/>
          <pc:sldMk cId="26972285" sldId="350"/>
        </pc:sldMkLst>
      </pc:sldChg>
      <pc:sldChg chg="add del">
        <pc:chgData name="OLUWATOSIN ALABI" userId="55cd164168562cfa" providerId="LiveId" clId="{1B3DEA9F-D85A-477D-8D6D-57DDDF69D989}" dt="2023-10-26T22:07:13.527" v="5606" actId="47"/>
        <pc:sldMkLst>
          <pc:docMk/>
          <pc:sldMk cId="2073438959" sldId="351"/>
        </pc:sldMkLst>
      </pc:sldChg>
      <pc:sldChg chg="del">
        <pc:chgData name="OLUWATOSIN ALABI" userId="55cd164168562cfa" providerId="LiveId" clId="{1B3DEA9F-D85A-477D-8D6D-57DDDF69D989}" dt="2023-10-26T22:07:13.527" v="5606" actId="47"/>
        <pc:sldMkLst>
          <pc:docMk/>
          <pc:sldMk cId="2024097010" sldId="352"/>
        </pc:sldMkLst>
      </pc:sldChg>
      <pc:sldChg chg="modSp del mod">
        <pc:chgData name="OLUWATOSIN ALABI" userId="55cd164168562cfa" providerId="LiveId" clId="{1B3DEA9F-D85A-477D-8D6D-57DDDF69D989}" dt="2023-10-26T22:07:13.527" v="5606" actId="47"/>
        <pc:sldMkLst>
          <pc:docMk/>
          <pc:sldMk cId="2335656427" sldId="353"/>
        </pc:sldMkLst>
        <pc:spChg chg="mod">
          <ac:chgData name="OLUWATOSIN ALABI" userId="55cd164168562cfa" providerId="LiveId" clId="{1B3DEA9F-D85A-477D-8D6D-57DDDF69D989}" dt="2023-10-26T10:12:53.521" v="13" actId="14100"/>
          <ac:spMkLst>
            <pc:docMk/>
            <pc:sldMk cId="2335656427" sldId="353"/>
            <ac:spMk id="2" creationId="{AB82E77D-85FF-6640-81E2-4EBF9EB46CB1}"/>
          </ac:spMkLst>
        </pc:spChg>
      </pc:sldChg>
      <pc:sldChg chg="del">
        <pc:chgData name="OLUWATOSIN ALABI" userId="55cd164168562cfa" providerId="LiveId" clId="{1B3DEA9F-D85A-477D-8D6D-57DDDF69D989}" dt="2023-10-26T22:07:13.527" v="5606" actId="47"/>
        <pc:sldMkLst>
          <pc:docMk/>
          <pc:sldMk cId="3734267950" sldId="354"/>
        </pc:sldMkLst>
      </pc:sldChg>
      <pc:sldChg chg="addSp delSp modSp del mod ord">
        <pc:chgData name="OLUWATOSIN ALABI" userId="55cd164168562cfa" providerId="LiveId" clId="{1B3DEA9F-D85A-477D-8D6D-57DDDF69D989}" dt="2023-10-26T22:51:46.432" v="7551" actId="47"/>
        <pc:sldMkLst>
          <pc:docMk/>
          <pc:sldMk cId="3630563018" sldId="355"/>
        </pc:sldMkLst>
        <pc:spChg chg="mod">
          <ac:chgData name="OLUWATOSIN ALABI" userId="55cd164168562cfa" providerId="LiveId" clId="{1B3DEA9F-D85A-477D-8D6D-57DDDF69D989}" dt="2023-10-26T12:31:39.932" v="64" actId="20577"/>
          <ac:spMkLst>
            <pc:docMk/>
            <pc:sldMk cId="3630563018" sldId="355"/>
            <ac:spMk id="2" creationId="{390E2BA9-9AD8-DF72-755A-8EB8A197102F}"/>
          </ac:spMkLst>
        </pc:spChg>
        <pc:spChg chg="mod">
          <ac:chgData name="OLUWATOSIN ALABI" userId="55cd164168562cfa" providerId="LiveId" clId="{1B3DEA9F-D85A-477D-8D6D-57DDDF69D989}" dt="2023-10-26T16:52:02.331" v="829" actId="20577"/>
          <ac:spMkLst>
            <pc:docMk/>
            <pc:sldMk cId="3630563018" sldId="355"/>
            <ac:spMk id="4" creationId="{901C052B-C468-FD78-91B2-B1BD03859340}"/>
          </ac:spMkLst>
        </pc:spChg>
        <pc:spChg chg="add del mod">
          <ac:chgData name="OLUWATOSIN ALABI" userId="55cd164168562cfa" providerId="LiveId" clId="{1B3DEA9F-D85A-477D-8D6D-57DDDF69D989}" dt="2023-10-26T16:52:03.183" v="830" actId="478"/>
          <ac:spMkLst>
            <pc:docMk/>
            <pc:sldMk cId="3630563018" sldId="355"/>
            <ac:spMk id="5" creationId="{21569B3F-3E11-A1BD-C015-A9DE8D4B8DA5}"/>
          </ac:spMkLst>
        </pc:spChg>
      </pc:sldChg>
      <pc:sldChg chg="modSp add del mod ord">
        <pc:chgData name="OLUWATOSIN ALABI" userId="55cd164168562cfa" providerId="LiveId" clId="{1B3DEA9F-D85A-477D-8D6D-57DDDF69D989}" dt="2023-10-26T22:07:13.527" v="5606" actId="47"/>
        <pc:sldMkLst>
          <pc:docMk/>
          <pc:sldMk cId="2271229442" sldId="356"/>
        </pc:sldMkLst>
        <pc:spChg chg="mod">
          <ac:chgData name="OLUWATOSIN ALABI" userId="55cd164168562cfa" providerId="LiveId" clId="{1B3DEA9F-D85A-477D-8D6D-57DDDF69D989}" dt="2023-10-26T10:13:05.655" v="45" actId="20577"/>
          <ac:spMkLst>
            <pc:docMk/>
            <pc:sldMk cId="2271229442" sldId="356"/>
            <ac:spMk id="2" creationId="{AB82E77D-85FF-6640-81E2-4EBF9EB46CB1}"/>
          </ac:spMkLst>
        </pc:spChg>
      </pc:sldChg>
      <pc:sldChg chg="modSp new del mod">
        <pc:chgData name="OLUWATOSIN ALABI" userId="55cd164168562cfa" providerId="LiveId" clId="{1B3DEA9F-D85A-477D-8D6D-57DDDF69D989}" dt="2023-10-26T12:31:55.801" v="78" actId="47"/>
        <pc:sldMkLst>
          <pc:docMk/>
          <pc:sldMk cId="1872965170" sldId="357"/>
        </pc:sldMkLst>
        <pc:spChg chg="mod">
          <ac:chgData name="OLUWATOSIN ALABI" userId="55cd164168562cfa" providerId="LiveId" clId="{1B3DEA9F-D85A-477D-8D6D-57DDDF69D989}" dt="2023-10-26T12:31:50.971" v="77" actId="20577"/>
          <ac:spMkLst>
            <pc:docMk/>
            <pc:sldMk cId="1872965170" sldId="357"/>
            <ac:spMk id="2" creationId="{B7E571C1-9C73-E423-67F1-D76F6ED31692}"/>
          </ac:spMkLst>
        </pc:spChg>
      </pc:sldChg>
      <pc:sldChg chg="addSp delSp modSp new del mod modClrScheme chgLayout">
        <pc:chgData name="OLUWATOSIN ALABI" userId="55cd164168562cfa" providerId="LiveId" clId="{1B3DEA9F-D85A-477D-8D6D-57DDDF69D989}" dt="2023-10-26T23:17:29.567" v="7799" actId="2696"/>
        <pc:sldMkLst>
          <pc:docMk/>
          <pc:sldMk cId="2984024593" sldId="357"/>
        </pc:sldMkLst>
        <pc:spChg chg="del mod ord">
          <ac:chgData name="OLUWATOSIN ALABI" userId="55cd164168562cfa" providerId="LiveId" clId="{1B3DEA9F-D85A-477D-8D6D-57DDDF69D989}" dt="2023-10-26T12:32:04.991" v="80" actId="700"/>
          <ac:spMkLst>
            <pc:docMk/>
            <pc:sldMk cId="2984024593" sldId="357"/>
            <ac:spMk id="2" creationId="{4E8DEF44-A3FE-80A2-0618-78A9E08BA745}"/>
          </ac:spMkLst>
        </pc:spChg>
        <pc:spChg chg="add mod ord">
          <ac:chgData name="OLUWATOSIN ALABI" userId="55cd164168562cfa" providerId="LiveId" clId="{1B3DEA9F-D85A-477D-8D6D-57DDDF69D989}" dt="2023-10-26T12:32:09.298" v="91" actId="20577"/>
          <ac:spMkLst>
            <pc:docMk/>
            <pc:sldMk cId="2984024593" sldId="357"/>
            <ac:spMk id="3" creationId="{3E20F2E0-02B8-6178-1EC2-0C0849156881}"/>
          </ac:spMkLst>
        </pc:spChg>
        <pc:spChg chg="add mod ord">
          <ac:chgData name="OLUWATOSIN ALABI" userId="55cd164168562cfa" providerId="LiveId" clId="{1B3DEA9F-D85A-477D-8D6D-57DDDF69D989}" dt="2023-10-26T23:15:25.403" v="7734" actId="27636"/>
          <ac:spMkLst>
            <pc:docMk/>
            <pc:sldMk cId="2984024593" sldId="357"/>
            <ac:spMk id="4" creationId="{32177173-F9E5-BC15-44E4-C5CD4B5E99A2}"/>
          </ac:spMkLst>
        </pc:spChg>
      </pc:sldChg>
      <pc:sldChg chg="addSp delSp modSp new mod ord modClrScheme chgLayout">
        <pc:chgData name="OLUWATOSIN ALABI" userId="55cd164168562cfa" providerId="LiveId" clId="{1B3DEA9F-D85A-477D-8D6D-57DDDF69D989}" dt="2023-10-26T17:35:06.488" v="1157" actId="1076"/>
        <pc:sldMkLst>
          <pc:docMk/>
          <pc:sldMk cId="3163693449" sldId="358"/>
        </pc:sldMkLst>
        <pc:spChg chg="mod ord">
          <ac:chgData name="OLUWATOSIN ALABI" userId="55cd164168562cfa" providerId="LiveId" clId="{1B3DEA9F-D85A-477D-8D6D-57DDDF69D989}" dt="2023-10-26T17:34:21.596" v="1154" actId="1076"/>
          <ac:spMkLst>
            <pc:docMk/>
            <pc:sldMk cId="3163693449" sldId="358"/>
            <ac:spMk id="2" creationId="{0C46332F-E2D2-B9AD-CCEA-073C8937853A}"/>
          </ac:spMkLst>
        </pc:spChg>
        <pc:spChg chg="add del mod">
          <ac:chgData name="OLUWATOSIN ALABI" userId="55cd164168562cfa" providerId="LiveId" clId="{1B3DEA9F-D85A-477D-8D6D-57DDDF69D989}" dt="2023-10-26T17:35:02.434" v="1155" actId="478"/>
          <ac:spMkLst>
            <pc:docMk/>
            <pc:sldMk cId="3163693449" sldId="358"/>
            <ac:spMk id="3" creationId="{09D33C20-276E-60A2-1373-4B36B7877870}"/>
          </ac:spMkLst>
        </pc:spChg>
        <pc:spChg chg="del">
          <ac:chgData name="OLUWATOSIN ALABI" userId="55cd164168562cfa" providerId="LiveId" clId="{1B3DEA9F-D85A-477D-8D6D-57DDDF69D989}" dt="2023-10-26T12:32:45.880" v="106" actId="478"/>
          <ac:spMkLst>
            <pc:docMk/>
            <pc:sldMk cId="3163693449" sldId="358"/>
            <ac:spMk id="3" creationId="{E4560D8C-C4B3-2ABF-A1A3-910D4EE97851}"/>
          </ac:spMkLst>
        </pc:spChg>
        <pc:spChg chg="add del mod ord">
          <ac:chgData name="OLUWATOSIN ALABI" userId="55cd164168562cfa" providerId="LiveId" clId="{1B3DEA9F-D85A-477D-8D6D-57DDDF69D989}" dt="2023-10-26T12:33:00.487" v="109" actId="478"/>
          <ac:spMkLst>
            <pc:docMk/>
            <pc:sldMk cId="3163693449" sldId="358"/>
            <ac:spMk id="4" creationId="{D520D25B-FD7B-025F-D7EF-5EAD9E1F8CB8}"/>
          </ac:spMkLst>
        </pc:spChg>
        <pc:picChg chg="add mod">
          <ac:chgData name="OLUWATOSIN ALABI" userId="55cd164168562cfa" providerId="LiveId" clId="{1B3DEA9F-D85A-477D-8D6D-57DDDF69D989}" dt="2023-10-26T17:35:06.488" v="1157" actId="1076"/>
          <ac:picMkLst>
            <pc:docMk/>
            <pc:sldMk cId="3163693449" sldId="358"/>
            <ac:picMk id="5" creationId="{6561DC3A-7527-AAE2-E826-ABFE36E482A8}"/>
          </ac:picMkLst>
        </pc:picChg>
      </pc:sldChg>
      <pc:sldChg chg="modSp new del mod">
        <pc:chgData name="OLUWATOSIN ALABI" userId="55cd164168562cfa" providerId="LiveId" clId="{1B3DEA9F-D85A-477D-8D6D-57DDDF69D989}" dt="2023-10-26T22:07:13.527" v="5606" actId="47"/>
        <pc:sldMkLst>
          <pc:docMk/>
          <pc:sldMk cId="2578680726" sldId="359"/>
        </pc:sldMkLst>
        <pc:spChg chg="mod">
          <ac:chgData name="OLUWATOSIN ALABI" userId="55cd164168562cfa" providerId="LiveId" clId="{1B3DEA9F-D85A-477D-8D6D-57DDDF69D989}" dt="2023-10-26T12:34:29.204" v="178" actId="20577"/>
          <ac:spMkLst>
            <pc:docMk/>
            <pc:sldMk cId="2578680726" sldId="359"/>
            <ac:spMk id="2" creationId="{FCA7C6A7-B686-CE1F-5657-24BBE956312A}"/>
          </ac:spMkLst>
        </pc:spChg>
      </pc:sldChg>
      <pc:sldChg chg="modSp add del mod ord">
        <pc:chgData name="OLUWATOSIN ALABI" userId="55cd164168562cfa" providerId="LiveId" clId="{1B3DEA9F-D85A-477D-8D6D-57DDDF69D989}" dt="2023-10-26T17:07:40.523" v="967" actId="47"/>
        <pc:sldMkLst>
          <pc:docMk/>
          <pc:sldMk cId="2991759147" sldId="360"/>
        </pc:sldMkLst>
        <pc:spChg chg="mod">
          <ac:chgData name="OLUWATOSIN ALABI" userId="55cd164168562cfa" providerId="LiveId" clId="{1B3DEA9F-D85A-477D-8D6D-57DDDF69D989}" dt="2023-10-26T12:58:13.310" v="745" actId="6549"/>
          <ac:spMkLst>
            <pc:docMk/>
            <pc:sldMk cId="2991759147" sldId="360"/>
            <ac:spMk id="2" creationId="{0C46332F-E2D2-B9AD-CCEA-073C8937853A}"/>
          </ac:spMkLst>
        </pc:spChg>
      </pc:sldChg>
      <pc:sldChg chg="modSp add mod">
        <pc:chgData name="OLUWATOSIN ALABI" userId="55cd164168562cfa" providerId="LiveId" clId="{1B3DEA9F-D85A-477D-8D6D-57DDDF69D989}" dt="2023-10-26T22:20:47.530" v="6239" actId="27636"/>
        <pc:sldMkLst>
          <pc:docMk/>
          <pc:sldMk cId="3282006926" sldId="361"/>
        </pc:sldMkLst>
        <pc:spChg chg="mod">
          <ac:chgData name="OLUWATOSIN ALABI" userId="55cd164168562cfa" providerId="LiveId" clId="{1B3DEA9F-D85A-477D-8D6D-57DDDF69D989}" dt="2023-10-26T22:20:47.530" v="6239" actId="27636"/>
          <ac:spMkLst>
            <pc:docMk/>
            <pc:sldMk cId="3282006926" sldId="361"/>
            <ac:spMk id="2" creationId="{0C46332F-E2D2-B9AD-CCEA-073C8937853A}"/>
          </ac:spMkLst>
        </pc:spChg>
      </pc:sldChg>
      <pc:sldChg chg="addSp delSp modSp new del mod modClrScheme chgLayout">
        <pc:chgData name="OLUWATOSIN ALABI" userId="55cd164168562cfa" providerId="LiveId" clId="{1B3DEA9F-D85A-477D-8D6D-57DDDF69D989}" dt="2023-10-26T22:07:13.527" v="5606" actId="47"/>
        <pc:sldMkLst>
          <pc:docMk/>
          <pc:sldMk cId="1043532160" sldId="362"/>
        </pc:sldMkLst>
        <pc:spChg chg="del mod ord">
          <ac:chgData name="OLUWATOSIN ALABI" userId="55cd164168562cfa" providerId="LiveId" clId="{1B3DEA9F-D85A-477D-8D6D-57DDDF69D989}" dt="2023-10-26T12:34:04.712" v="145" actId="700"/>
          <ac:spMkLst>
            <pc:docMk/>
            <pc:sldMk cId="1043532160" sldId="362"/>
            <ac:spMk id="2" creationId="{53815512-E943-0CF4-F754-0139D37519D3}"/>
          </ac:spMkLst>
        </pc:spChg>
        <pc:spChg chg="del mod ord">
          <ac:chgData name="OLUWATOSIN ALABI" userId="55cd164168562cfa" providerId="LiveId" clId="{1B3DEA9F-D85A-477D-8D6D-57DDDF69D989}" dt="2023-10-26T12:34:04.712" v="145" actId="700"/>
          <ac:spMkLst>
            <pc:docMk/>
            <pc:sldMk cId="1043532160" sldId="362"/>
            <ac:spMk id="3" creationId="{DE909FE1-B1D0-FA59-9DE0-F2333D5DA600}"/>
          </ac:spMkLst>
        </pc:spChg>
        <pc:spChg chg="add del mod ord">
          <ac:chgData name="OLUWATOSIN ALABI" userId="55cd164168562cfa" providerId="LiveId" clId="{1B3DEA9F-D85A-477D-8D6D-57DDDF69D989}" dt="2023-10-26T12:34:07.146" v="146" actId="700"/>
          <ac:spMkLst>
            <pc:docMk/>
            <pc:sldMk cId="1043532160" sldId="362"/>
            <ac:spMk id="4" creationId="{019455FB-A24D-B82B-9BD1-044A4BE5F10C}"/>
          </ac:spMkLst>
        </pc:spChg>
        <pc:spChg chg="add del mod ord">
          <ac:chgData name="OLUWATOSIN ALABI" userId="55cd164168562cfa" providerId="LiveId" clId="{1B3DEA9F-D85A-477D-8D6D-57DDDF69D989}" dt="2023-10-26T12:34:07.146" v="146" actId="700"/>
          <ac:spMkLst>
            <pc:docMk/>
            <pc:sldMk cId="1043532160" sldId="362"/>
            <ac:spMk id="5" creationId="{641A0674-E03E-5D8E-741F-0657368DA3F8}"/>
          </ac:spMkLst>
        </pc:spChg>
        <pc:spChg chg="add mod ord">
          <ac:chgData name="OLUWATOSIN ALABI" userId="55cd164168562cfa" providerId="LiveId" clId="{1B3DEA9F-D85A-477D-8D6D-57DDDF69D989}" dt="2023-10-26T12:34:17.723" v="166" actId="20577"/>
          <ac:spMkLst>
            <pc:docMk/>
            <pc:sldMk cId="1043532160" sldId="362"/>
            <ac:spMk id="6" creationId="{124F5C67-2BA3-0F77-E54E-6AE1AB818438}"/>
          </ac:spMkLst>
        </pc:spChg>
        <pc:spChg chg="add mod ord">
          <ac:chgData name="OLUWATOSIN ALABI" userId="55cd164168562cfa" providerId="LiveId" clId="{1B3DEA9F-D85A-477D-8D6D-57DDDF69D989}" dt="2023-10-26T12:34:07.146" v="146" actId="700"/>
          <ac:spMkLst>
            <pc:docMk/>
            <pc:sldMk cId="1043532160" sldId="362"/>
            <ac:spMk id="7" creationId="{035CE9F0-1966-23F1-33CC-8BDC26C94B3F}"/>
          </ac:spMkLst>
        </pc:spChg>
      </pc:sldChg>
      <pc:sldChg chg="addSp delSp modSp new del mod modClrScheme chgLayout">
        <pc:chgData name="OLUWATOSIN ALABI" userId="55cd164168562cfa" providerId="LiveId" clId="{1B3DEA9F-D85A-477D-8D6D-57DDDF69D989}" dt="2023-10-26T21:32:51.542" v="3946" actId="47"/>
        <pc:sldMkLst>
          <pc:docMk/>
          <pc:sldMk cId="1893123780" sldId="363"/>
        </pc:sldMkLst>
        <pc:spChg chg="del mod ord">
          <ac:chgData name="OLUWATOSIN ALABI" userId="55cd164168562cfa" providerId="LiveId" clId="{1B3DEA9F-D85A-477D-8D6D-57DDDF69D989}" dt="2023-10-26T12:34:54.610" v="182" actId="700"/>
          <ac:spMkLst>
            <pc:docMk/>
            <pc:sldMk cId="1893123780" sldId="363"/>
            <ac:spMk id="2" creationId="{7A4D760E-469D-A749-54DA-5B85157EB579}"/>
          </ac:spMkLst>
        </pc:spChg>
        <pc:spChg chg="del mod ord">
          <ac:chgData name="OLUWATOSIN ALABI" userId="55cd164168562cfa" providerId="LiveId" clId="{1B3DEA9F-D85A-477D-8D6D-57DDDF69D989}" dt="2023-10-26T12:34:54.610" v="182" actId="700"/>
          <ac:spMkLst>
            <pc:docMk/>
            <pc:sldMk cId="1893123780" sldId="363"/>
            <ac:spMk id="3" creationId="{0A215FB8-FB58-6ED2-DBE3-179E1237BF39}"/>
          </ac:spMkLst>
        </pc:spChg>
        <pc:spChg chg="add del mod ord">
          <ac:chgData name="OLUWATOSIN ALABI" userId="55cd164168562cfa" providerId="LiveId" clId="{1B3DEA9F-D85A-477D-8D6D-57DDDF69D989}" dt="2023-10-26T12:34:58.325" v="183" actId="700"/>
          <ac:spMkLst>
            <pc:docMk/>
            <pc:sldMk cId="1893123780" sldId="363"/>
            <ac:spMk id="4" creationId="{FAAAD762-2017-1AF1-4810-4CB1CE16FA94}"/>
          </ac:spMkLst>
        </pc:spChg>
        <pc:spChg chg="add del mod ord">
          <ac:chgData name="OLUWATOSIN ALABI" userId="55cd164168562cfa" providerId="LiveId" clId="{1B3DEA9F-D85A-477D-8D6D-57DDDF69D989}" dt="2023-10-26T12:34:58.325" v="183" actId="700"/>
          <ac:spMkLst>
            <pc:docMk/>
            <pc:sldMk cId="1893123780" sldId="363"/>
            <ac:spMk id="5" creationId="{449404FC-E559-AA7C-3382-DDA0BAC7D95F}"/>
          </ac:spMkLst>
        </pc:spChg>
        <pc:spChg chg="add mod ord">
          <ac:chgData name="OLUWATOSIN ALABI" userId="55cd164168562cfa" providerId="LiveId" clId="{1B3DEA9F-D85A-477D-8D6D-57DDDF69D989}" dt="2023-10-26T21:02:45.841" v="3193" actId="20577"/>
          <ac:spMkLst>
            <pc:docMk/>
            <pc:sldMk cId="1893123780" sldId="363"/>
            <ac:spMk id="6" creationId="{098AF5CC-7213-D984-42A0-7B9AA1C95B3B}"/>
          </ac:spMkLst>
        </pc:spChg>
        <pc:spChg chg="add mod ord">
          <ac:chgData name="OLUWATOSIN ALABI" userId="55cd164168562cfa" providerId="LiveId" clId="{1B3DEA9F-D85A-477D-8D6D-57DDDF69D989}" dt="2023-10-26T12:34:58.325" v="183" actId="700"/>
          <ac:spMkLst>
            <pc:docMk/>
            <pc:sldMk cId="1893123780" sldId="363"/>
            <ac:spMk id="7" creationId="{8FA3C539-4B7A-C20E-C0DA-2E45315DEDC7}"/>
          </ac:spMkLst>
        </pc:spChg>
      </pc:sldChg>
      <pc:sldChg chg="addSp delSp modSp new mod ord">
        <pc:chgData name="OLUWATOSIN ALABI" userId="55cd164168562cfa" providerId="LiveId" clId="{1B3DEA9F-D85A-477D-8D6D-57DDDF69D989}" dt="2023-10-26T23:20:17.404" v="7860" actId="14100"/>
        <pc:sldMkLst>
          <pc:docMk/>
          <pc:sldMk cId="265188049" sldId="364"/>
        </pc:sldMkLst>
        <pc:spChg chg="mod">
          <ac:chgData name="OLUWATOSIN ALABI" userId="55cd164168562cfa" providerId="LiveId" clId="{1B3DEA9F-D85A-477D-8D6D-57DDDF69D989}" dt="2023-10-26T22:26:56.627" v="6326"/>
          <ac:spMkLst>
            <pc:docMk/>
            <pc:sldMk cId="265188049" sldId="364"/>
            <ac:spMk id="2" creationId="{69A82E3E-FDCF-C698-6E56-3530C525244B}"/>
          </ac:spMkLst>
        </pc:spChg>
        <pc:spChg chg="add del mod">
          <ac:chgData name="OLUWATOSIN ALABI" userId="55cd164168562cfa" providerId="LiveId" clId="{1B3DEA9F-D85A-477D-8D6D-57DDDF69D989}" dt="2023-10-26T23:20:14.138" v="7859" actId="20577"/>
          <ac:spMkLst>
            <pc:docMk/>
            <pc:sldMk cId="265188049" sldId="364"/>
            <ac:spMk id="3" creationId="{2DB4543E-696A-51AF-46A4-68E4BFABB9E2}"/>
          </ac:spMkLst>
        </pc:spChg>
        <pc:picChg chg="add del mod ord">
          <ac:chgData name="OLUWATOSIN ALABI" userId="55cd164168562cfa" providerId="LiveId" clId="{1B3DEA9F-D85A-477D-8D6D-57DDDF69D989}" dt="2023-10-26T22:26:21.164" v="6259" actId="22"/>
          <ac:picMkLst>
            <pc:docMk/>
            <pc:sldMk cId="265188049" sldId="364"/>
            <ac:picMk id="5" creationId="{5043A661-2CEB-B0DE-1422-977796CE0590}"/>
          </ac:picMkLst>
        </pc:picChg>
        <pc:picChg chg="add mod">
          <ac:chgData name="OLUWATOSIN ALABI" userId="55cd164168562cfa" providerId="LiveId" clId="{1B3DEA9F-D85A-477D-8D6D-57DDDF69D989}" dt="2023-10-26T23:20:17.404" v="7860" actId="14100"/>
          <ac:picMkLst>
            <pc:docMk/>
            <pc:sldMk cId="265188049" sldId="364"/>
            <ac:picMk id="7" creationId="{4C91C6D6-FF15-320B-7185-674CD3A5E24B}"/>
          </ac:picMkLst>
        </pc:picChg>
      </pc:sldChg>
      <pc:sldChg chg="modSp new del mod ord">
        <pc:chgData name="OLUWATOSIN ALABI" userId="55cd164168562cfa" providerId="LiveId" clId="{1B3DEA9F-D85A-477D-8D6D-57DDDF69D989}" dt="2023-10-26T21:04:13.475" v="3283" actId="47"/>
        <pc:sldMkLst>
          <pc:docMk/>
          <pc:sldMk cId="1769317582" sldId="365"/>
        </pc:sldMkLst>
        <pc:spChg chg="mod">
          <ac:chgData name="OLUWATOSIN ALABI" userId="55cd164168562cfa" providerId="LiveId" clId="{1B3DEA9F-D85A-477D-8D6D-57DDDF69D989}" dt="2023-10-26T12:35:25.568" v="253" actId="20577"/>
          <ac:spMkLst>
            <pc:docMk/>
            <pc:sldMk cId="1769317582" sldId="365"/>
            <ac:spMk id="2" creationId="{20123CB4-A803-A23F-7809-C8DBD9A4FB54}"/>
          </ac:spMkLst>
        </pc:spChg>
      </pc:sldChg>
      <pc:sldChg chg="modSp new del mod ord">
        <pc:chgData name="OLUWATOSIN ALABI" userId="55cd164168562cfa" providerId="LiveId" clId="{1B3DEA9F-D85A-477D-8D6D-57DDDF69D989}" dt="2023-10-26T21:02:40.290" v="3192" actId="47"/>
        <pc:sldMkLst>
          <pc:docMk/>
          <pc:sldMk cId="2093192734" sldId="366"/>
        </pc:sldMkLst>
        <pc:spChg chg="mod">
          <ac:chgData name="OLUWATOSIN ALABI" userId="55cd164168562cfa" providerId="LiveId" clId="{1B3DEA9F-D85A-477D-8D6D-57DDDF69D989}" dt="2023-10-26T12:36:01.713" v="305" actId="20577"/>
          <ac:spMkLst>
            <pc:docMk/>
            <pc:sldMk cId="2093192734" sldId="366"/>
            <ac:spMk id="2" creationId="{82971857-05D3-DEDF-1364-9E4578B9DACD}"/>
          </ac:spMkLst>
        </pc:spChg>
      </pc:sldChg>
      <pc:sldChg chg="new del">
        <pc:chgData name="OLUWATOSIN ALABI" userId="55cd164168562cfa" providerId="LiveId" clId="{1B3DEA9F-D85A-477D-8D6D-57DDDF69D989}" dt="2023-10-26T12:36:32.308" v="332" actId="47"/>
        <pc:sldMkLst>
          <pc:docMk/>
          <pc:sldMk cId="3272556916" sldId="367"/>
        </pc:sldMkLst>
      </pc:sldChg>
      <pc:sldChg chg="modSp add mod ord">
        <pc:chgData name="OLUWATOSIN ALABI" userId="55cd164168562cfa" providerId="LiveId" clId="{1B3DEA9F-D85A-477D-8D6D-57DDDF69D989}" dt="2023-10-26T23:26:02.657" v="8168" actId="207"/>
        <pc:sldMkLst>
          <pc:docMk/>
          <pc:sldMk cId="1793920800" sldId="368"/>
        </pc:sldMkLst>
        <pc:spChg chg="mod">
          <ac:chgData name="OLUWATOSIN ALABI" userId="55cd164168562cfa" providerId="LiveId" clId="{1B3DEA9F-D85A-477D-8D6D-57DDDF69D989}" dt="2023-10-26T22:03:27.835" v="5309" actId="20577"/>
          <ac:spMkLst>
            <pc:docMk/>
            <pc:sldMk cId="1793920800" sldId="368"/>
            <ac:spMk id="6" creationId="{124F5C67-2BA3-0F77-E54E-6AE1AB818438}"/>
          </ac:spMkLst>
        </pc:spChg>
        <pc:spChg chg="mod">
          <ac:chgData name="OLUWATOSIN ALABI" userId="55cd164168562cfa" providerId="LiveId" clId="{1B3DEA9F-D85A-477D-8D6D-57DDDF69D989}" dt="2023-10-26T23:26:02.657" v="8168" actId="207"/>
          <ac:spMkLst>
            <pc:docMk/>
            <pc:sldMk cId="1793920800" sldId="368"/>
            <ac:spMk id="7" creationId="{035CE9F0-1966-23F1-33CC-8BDC26C94B3F}"/>
          </ac:spMkLst>
        </pc:spChg>
      </pc:sldChg>
      <pc:sldChg chg="addSp modSp new mod">
        <pc:chgData name="OLUWATOSIN ALABI" userId="55cd164168562cfa" providerId="LiveId" clId="{1B3DEA9F-D85A-477D-8D6D-57DDDF69D989}" dt="2023-10-27T09:03:43.035" v="8187" actId="1038"/>
        <pc:sldMkLst>
          <pc:docMk/>
          <pc:sldMk cId="2553713392" sldId="369"/>
        </pc:sldMkLst>
        <pc:spChg chg="mod">
          <ac:chgData name="OLUWATOSIN ALABI" userId="55cd164168562cfa" providerId="LiveId" clId="{1B3DEA9F-D85A-477D-8D6D-57DDDF69D989}" dt="2023-10-26T23:12:59.673" v="7706" actId="20577"/>
          <ac:spMkLst>
            <pc:docMk/>
            <pc:sldMk cId="2553713392" sldId="369"/>
            <ac:spMk id="2" creationId="{16B34F6D-BFEE-D494-9208-B4A2BB7677B0}"/>
          </ac:spMkLst>
        </pc:spChg>
        <pc:spChg chg="mod">
          <ac:chgData name="OLUWATOSIN ALABI" userId="55cd164168562cfa" providerId="LiveId" clId="{1B3DEA9F-D85A-477D-8D6D-57DDDF69D989}" dt="2023-10-26T21:51:20.370" v="4238" actId="6549"/>
          <ac:spMkLst>
            <pc:docMk/>
            <pc:sldMk cId="2553713392" sldId="369"/>
            <ac:spMk id="3" creationId="{FB26A88C-D7E3-480D-2522-6476F1639030}"/>
          </ac:spMkLst>
        </pc:spChg>
        <pc:picChg chg="add mod">
          <ac:chgData name="OLUWATOSIN ALABI" userId="55cd164168562cfa" providerId="LiveId" clId="{1B3DEA9F-D85A-477D-8D6D-57DDDF69D989}" dt="2023-10-26T21:51:07.627" v="4221" actId="1076"/>
          <ac:picMkLst>
            <pc:docMk/>
            <pc:sldMk cId="2553713392" sldId="369"/>
            <ac:picMk id="4" creationId="{CBC9F1EE-5470-C9B2-C433-8AF53150CCB1}"/>
          </ac:picMkLst>
        </pc:picChg>
        <pc:picChg chg="add mod">
          <ac:chgData name="OLUWATOSIN ALABI" userId="55cd164168562cfa" providerId="LiveId" clId="{1B3DEA9F-D85A-477D-8D6D-57DDDF69D989}" dt="2023-10-27T09:03:43.035" v="8187" actId="1038"/>
          <ac:picMkLst>
            <pc:docMk/>
            <pc:sldMk cId="2553713392" sldId="369"/>
            <ac:picMk id="5" creationId="{1FCC52AC-FDFB-7854-CF25-C6474F7D1BA9}"/>
          </ac:picMkLst>
        </pc:picChg>
      </pc:sldChg>
      <pc:sldChg chg="modSp add mod ord">
        <pc:chgData name="OLUWATOSIN ALABI" userId="55cd164168562cfa" providerId="LiveId" clId="{1B3DEA9F-D85A-477D-8D6D-57DDDF69D989}" dt="2023-10-26T12:49:22.516" v="376" actId="20577"/>
        <pc:sldMkLst>
          <pc:docMk/>
          <pc:sldMk cId="231277813" sldId="370"/>
        </pc:sldMkLst>
        <pc:spChg chg="mod">
          <ac:chgData name="OLUWATOSIN ALABI" userId="55cd164168562cfa" providerId="LiveId" clId="{1B3DEA9F-D85A-477D-8D6D-57DDDF69D989}" dt="2023-10-26T12:49:22.516" v="376" actId="20577"/>
          <ac:spMkLst>
            <pc:docMk/>
            <pc:sldMk cId="231277813" sldId="370"/>
            <ac:spMk id="2" creationId="{0C46332F-E2D2-B9AD-CCEA-073C8937853A}"/>
          </ac:spMkLst>
        </pc:spChg>
      </pc:sldChg>
      <pc:sldChg chg="new del">
        <pc:chgData name="OLUWATOSIN ALABI" userId="55cd164168562cfa" providerId="LiveId" clId="{1B3DEA9F-D85A-477D-8D6D-57DDDF69D989}" dt="2023-10-26T12:50:41.735" v="395" actId="47"/>
        <pc:sldMkLst>
          <pc:docMk/>
          <pc:sldMk cId="3431854747" sldId="371"/>
        </pc:sldMkLst>
      </pc:sldChg>
      <pc:sldChg chg="modSp add del mod ord">
        <pc:chgData name="OLUWATOSIN ALABI" userId="55cd164168562cfa" providerId="LiveId" clId="{1B3DEA9F-D85A-477D-8D6D-57DDDF69D989}" dt="2023-10-26T21:06:08.252" v="3376" actId="47"/>
        <pc:sldMkLst>
          <pc:docMk/>
          <pc:sldMk cId="979013931" sldId="372"/>
        </pc:sldMkLst>
        <pc:spChg chg="mod">
          <ac:chgData name="OLUWATOSIN ALABI" userId="55cd164168562cfa" providerId="LiveId" clId="{1B3DEA9F-D85A-477D-8D6D-57DDDF69D989}" dt="2023-10-26T21:03:16.007" v="3216" actId="1076"/>
          <ac:spMkLst>
            <pc:docMk/>
            <pc:sldMk cId="979013931" sldId="372"/>
            <ac:spMk id="2" creationId="{0C46332F-E2D2-B9AD-CCEA-073C8937853A}"/>
          </ac:spMkLst>
        </pc:spChg>
      </pc:sldChg>
      <pc:sldChg chg="addSp delSp modSp add del mod">
        <pc:chgData name="OLUWATOSIN ALABI" userId="55cd164168562cfa" providerId="LiveId" clId="{1B3DEA9F-D85A-477D-8D6D-57DDDF69D989}" dt="2023-10-26T21:32:01.240" v="3939" actId="47"/>
        <pc:sldMkLst>
          <pc:docMk/>
          <pc:sldMk cId="774336908" sldId="373"/>
        </pc:sldMkLst>
        <pc:spChg chg="mod">
          <ac:chgData name="OLUWATOSIN ALABI" userId="55cd164168562cfa" providerId="LiveId" clId="{1B3DEA9F-D85A-477D-8D6D-57DDDF69D989}" dt="2023-10-26T13:16:33.676" v="748" actId="20577"/>
          <ac:spMkLst>
            <pc:docMk/>
            <pc:sldMk cId="774336908" sldId="373"/>
            <ac:spMk id="3" creationId="{00000000-0000-0000-0000-000000000000}"/>
          </ac:spMkLst>
        </pc:spChg>
        <pc:spChg chg="mod">
          <ac:chgData name="OLUWATOSIN ALABI" userId="55cd164168562cfa" providerId="LiveId" clId="{1B3DEA9F-D85A-477D-8D6D-57DDDF69D989}" dt="2023-10-26T13:38:45.777" v="765"/>
          <ac:spMkLst>
            <pc:docMk/>
            <pc:sldMk cId="774336908" sldId="373"/>
            <ac:spMk id="4" creationId="{00000000-0000-0000-0000-000000000000}"/>
          </ac:spMkLst>
        </pc:spChg>
        <pc:picChg chg="add del mod">
          <ac:chgData name="OLUWATOSIN ALABI" userId="55cd164168562cfa" providerId="LiveId" clId="{1B3DEA9F-D85A-477D-8D6D-57DDDF69D989}" dt="2023-10-26T13:40:34.918" v="768" actId="478"/>
          <ac:picMkLst>
            <pc:docMk/>
            <pc:sldMk cId="774336908" sldId="373"/>
            <ac:picMk id="2" creationId="{16732742-95DD-46AD-4E33-4B5F5C7BC2FF}"/>
          </ac:picMkLst>
        </pc:picChg>
      </pc:sldChg>
      <pc:sldChg chg="add del">
        <pc:chgData name="OLUWATOSIN ALABI" userId="55cd164168562cfa" providerId="LiveId" clId="{1B3DEA9F-D85A-477D-8D6D-57DDDF69D989}" dt="2023-10-26T12:50:18.972" v="389"/>
        <pc:sldMkLst>
          <pc:docMk/>
          <pc:sldMk cId="2536615100" sldId="373"/>
        </pc:sldMkLst>
      </pc:sldChg>
      <pc:sldChg chg="addSp delSp modSp add del mod modClrScheme chgLayout">
        <pc:chgData name="OLUWATOSIN ALABI" userId="55cd164168562cfa" providerId="LiveId" clId="{1B3DEA9F-D85A-477D-8D6D-57DDDF69D989}" dt="2023-10-26T23:17:16.320" v="7798" actId="47"/>
        <pc:sldMkLst>
          <pc:docMk/>
          <pc:sldMk cId="3624213139" sldId="374"/>
        </pc:sldMkLst>
        <pc:spChg chg="mod ord">
          <ac:chgData name="OLUWATOSIN ALABI" userId="55cd164168562cfa" providerId="LiveId" clId="{1B3DEA9F-D85A-477D-8D6D-57DDDF69D989}" dt="2023-10-26T23:17:03.080" v="7795" actId="700"/>
          <ac:spMkLst>
            <pc:docMk/>
            <pc:sldMk cId="3624213139" sldId="374"/>
            <ac:spMk id="2" creationId="{390E2BA9-9AD8-DF72-755A-8EB8A197102F}"/>
          </ac:spMkLst>
        </pc:spChg>
        <pc:spChg chg="add del mod ord">
          <ac:chgData name="OLUWATOSIN ALABI" userId="55cd164168562cfa" providerId="LiveId" clId="{1B3DEA9F-D85A-477D-8D6D-57DDDF69D989}" dt="2023-10-26T23:17:03.080" v="7795" actId="700"/>
          <ac:spMkLst>
            <pc:docMk/>
            <pc:sldMk cId="3624213139" sldId="374"/>
            <ac:spMk id="3" creationId="{D73620D4-B8CC-5A88-4C0C-4E5A1D56AC3C}"/>
          </ac:spMkLst>
        </pc:spChg>
        <pc:spChg chg="del mod">
          <ac:chgData name="OLUWATOSIN ALABI" userId="55cd164168562cfa" providerId="LiveId" clId="{1B3DEA9F-D85A-477D-8D6D-57DDDF69D989}" dt="2023-10-26T23:17:11.219" v="7797" actId="478"/>
          <ac:spMkLst>
            <pc:docMk/>
            <pc:sldMk cId="3624213139" sldId="374"/>
            <ac:spMk id="4" creationId="{901C052B-C468-FD78-91B2-B1BD03859340}"/>
          </ac:spMkLst>
        </pc:spChg>
        <pc:spChg chg="del">
          <ac:chgData name="OLUWATOSIN ALABI" userId="55cd164168562cfa" providerId="LiveId" clId="{1B3DEA9F-D85A-477D-8D6D-57DDDF69D989}" dt="2023-10-26T22:55:13.402" v="7552" actId="478"/>
          <ac:spMkLst>
            <pc:docMk/>
            <pc:sldMk cId="3624213139" sldId="374"/>
            <ac:spMk id="5" creationId="{21569B3F-3E11-A1BD-C015-A9DE8D4B8DA5}"/>
          </ac:spMkLst>
        </pc:spChg>
        <pc:spChg chg="add mod ord">
          <ac:chgData name="OLUWATOSIN ALABI" userId="55cd164168562cfa" providerId="LiveId" clId="{1B3DEA9F-D85A-477D-8D6D-57DDDF69D989}" dt="2023-10-26T23:17:03.080" v="7795" actId="700"/>
          <ac:spMkLst>
            <pc:docMk/>
            <pc:sldMk cId="3624213139" sldId="374"/>
            <ac:spMk id="6" creationId="{1192CE2E-2423-4405-B014-B92B163DE835}"/>
          </ac:spMkLst>
        </pc:spChg>
      </pc:sldChg>
      <pc:sldChg chg="modSp add mod ord">
        <pc:chgData name="OLUWATOSIN ALABI" userId="55cd164168562cfa" providerId="LiveId" clId="{1B3DEA9F-D85A-477D-8D6D-57DDDF69D989}" dt="2023-10-26T23:26:17.605" v="8169" actId="113"/>
        <pc:sldMkLst>
          <pc:docMk/>
          <pc:sldMk cId="330103540" sldId="375"/>
        </pc:sldMkLst>
        <pc:spChg chg="mod">
          <ac:chgData name="OLUWATOSIN ALABI" userId="55cd164168562cfa" providerId="LiveId" clId="{1B3DEA9F-D85A-477D-8D6D-57DDDF69D989}" dt="2023-10-26T23:26:17.605" v="8169" actId="113"/>
          <ac:spMkLst>
            <pc:docMk/>
            <pc:sldMk cId="330103540" sldId="375"/>
            <ac:spMk id="4" creationId="{32177173-F9E5-BC15-44E4-C5CD4B5E99A2}"/>
          </ac:spMkLst>
        </pc:spChg>
      </pc:sldChg>
      <pc:sldChg chg="new del">
        <pc:chgData name="OLUWATOSIN ALABI" userId="55cd164168562cfa" providerId="LiveId" clId="{1B3DEA9F-D85A-477D-8D6D-57DDDF69D989}" dt="2023-10-26T17:01:00.771" v="961" actId="47"/>
        <pc:sldMkLst>
          <pc:docMk/>
          <pc:sldMk cId="3117976336" sldId="375"/>
        </pc:sldMkLst>
      </pc:sldChg>
      <pc:sldChg chg="new del">
        <pc:chgData name="OLUWATOSIN ALABI" userId="55cd164168562cfa" providerId="LiveId" clId="{1B3DEA9F-D85A-477D-8D6D-57DDDF69D989}" dt="2023-10-26T17:10:43.178" v="971" actId="47"/>
        <pc:sldMkLst>
          <pc:docMk/>
          <pc:sldMk cId="918169591" sldId="376"/>
        </pc:sldMkLst>
      </pc:sldChg>
      <pc:sldChg chg="new del">
        <pc:chgData name="OLUWATOSIN ALABI" userId="55cd164168562cfa" providerId="LiveId" clId="{1B3DEA9F-D85A-477D-8D6D-57DDDF69D989}" dt="2023-10-26T17:10:24.563" v="969" actId="47"/>
        <pc:sldMkLst>
          <pc:docMk/>
          <pc:sldMk cId="2910785231" sldId="376"/>
        </pc:sldMkLst>
      </pc:sldChg>
      <pc:sldChg chg="addSp delSp modSp new mod modClrScheme chgLayout">
        <pc:chgData name="OLUWATOSIN ALABI" userId="55cd164168562cfa" providerId="LiveId" clId="{1B3DEA9F-D85A-477D-8D6D-57DDDF69D989}" dt="2023-10-26T23:19:01.102" v="7826" actId="20577"/>
        <pc:sldMkLst>
          <pc:docMk/>
          <pc:sldMk cId="3135929031" sldId="376"/>
        </pc:sldMkLst>
        <pc:spChg chg="del mod ord">
          <ac:chgData name="OLUWATOSIN ALABI" userId="55cd164168562cfa" providerId="LiveId" clId="{1B3DEA9F-D85A-477D-8D6D-57DDDF69D989}" dt="2023-10-26T17:24:51.733" v="1063" actId="700"/>
          <ac:spMkLst>
            <pc:docMk/>
            <pc:sldMk cId="3135929031" sldId="376"/>
            <ac:spMk id="2" creationId="{0D6EC2FF-80DC-08AE-40EF-20FC395E5071}"/>
          </ac:spMkLst>
        </pc:spChg>
        <pc:spChg chg="del mod ord">
          <ac:chgData name="OLUWATOSIN ALABI" userId="55cd164168562cfa" providerId="LiveId" clId="{1B3DEA9F-D85A-477D-8D6D-57DDDF69D989}" dt="2023-10-26T17:24:51.733" v="1063" actId="700"/>
          <ac:spMkLst>
            <pc:docMk/>
            <pc:sldMk cId="3135929031" sldId="376"/>
            <ac:spMk id="3" creationId="{74B565A7-A76B-EA93-B1A1-064038DF03D6}"/>
          </ac:spMkLst>
        </pc:spChg>
        <pc:spChg chg="add mod ord">
          <ac:chgData name="OLUWATOSIN ALABI" userId="55cd164168562cfa" providerId="LiveId" clId="{1B3DEA9F-D85A-477D-8D6D-57DDDF69D989}" dt="2023-10-26T23:19:01.102" v="7826" actId="20577"/>
          <ac:spMkLst>
            <pc:docMk/>
            <pc:sldMk cId="3135929031" sldId="376"/>
            <ac:spMk id="4" creationId="{F4D3EF1F-B0B7-B2FA-8B8B-D44FD4804B2E}"/>
          </ac:spMkLst>
        </pc:spChg>
        <pc:spChg chg="add mod ord">
          <ac:chgData name="OLUWATOSIN ALABI" userId="55cd164168562cfa" providerId="LiveId" clId="{1B3DEA9F-D85A-477D-8D6D-57DDDF69D989}" dt="2023-10-26T20:53:56.756" v="2975" actId="207"/>
          <ac:spMkLst>
            <pc:docMk/>
            <pc:sldMk cId="3135929031" sldId="376"/>
            <ac:spMk id="5" creationId="{44D4EDAD-7116-7EB1-4FC5-FE0EEF7FFD96}"/>
          </ac:spMkLst>
        </pc:spChg>
      </pc:sldChg>
      <pc:sldChg chg="new del">
        <pc:chgData name="OLUWATOSIN ALABI" userId="55cd164168562cfa" providerId="LiveId" clId="{1B3DEA9F-D85A-477D-8D6D-57DDDF69D989}" dt="2023-10-26T17:30:42.200" v="1148" actId="47"/>
        <pc:sldMkLst>
          <pc:docMk/>
          <pc:sldMk cId="2290890862" sldId="377"/>
        </pc:sldMkLst>
      </pc:sldChg>
      <pc:sldChg chg="modSp add del mod ord">
        <pc:chgData name="OLUWATOSIN ALABI" userId="55cd164168562cfa" providerId="LiveId" clId="{1B3DEA9F-D85A-477D-8D6D-57DDDF69D989}" dt="2023-10-26T19:50:13.990" v="2207" actId="47"/>
        <pc:sldMkLst>
          <pc:docMk/>
          <pc:sldMk cId="2345601897" sldId="377"/>
        </pc:sldMkLst>
        <pc:spChg chg="mod">
          <ac:chgData name="OLUWATOSIN ALABI" userId="55cd164168562cfa" providerId="LiveId" clId="{1B3DEA9F-D85A-477D-8D6D-57DDDF69D989}" dt="2023-10-26T18:43:17.064" v="1563" actId="20577"/>
          <ac:spMkLst>
            <pc:docMk/>
            <pc:sldMk cId="2345601897" sldId="377"/>
            <ac:spMk id="4" creationId="{F4D3EF1F-B0B7-B2FA-8B8B-D44FD4804B2E}"/>
          </ac:spMkLst>
        </pc:spChg>
        <pc:spChg chg="mod">
          <ac:chgData name="OLUWATOSIN ALABI" userId="55cd164168562cfa" providerId="LiveId" clId="{1B3DEA9F-D85A-477D-8D6D-57DDDF69D989}" dt="2023-10-26T19:26:44.962" v="2197" actId="21"/>
          <ac:spMkLst>
            <pc:docMk/>
            <pc:sldMk cId="2345601897" sldId="377"/>
            <ac:spMk id="5" creationId="{44D4EDAD-7116-7EB1-4FC5-FE0EEF7FFD96}"/>
          </ac:spMkLst>
        </pc:spChg>
      </pc:sldChg>
      <pc:sldChg chg="addSp modSp new mod">
        <pc:chgData name="OLUWATOSIN ALABI" userId="55cd164168562cfa" providerId="LiveId" clId="{1B3DEA9F-D85A-477D-8D6D-57DDDF69D989}" dt="2023-10-26T23:18:04.467" v="7809" actId="20577"/>
        <pc:sldMkLst>
          <pc:docMk/>
          <pc:sldMk cId="2859926093" sldId="378"/>
        </pc:sldMkLst>
        <pc:spChg chg="mod">
          <ac:chgData name="OLUWATOSIN ALABI" userId="55cd164168562cfa" providerId="LiveId" clId="{1B3DEA9F-D85A-477D-8D6D-57DDDF69D989}" dt="2023-10-26T20:04:11.209" v="2247" actId="12"/>
          <ac:spMkLst>
            <pc:docMk/>
            <pc:sldMk cId="2859926093" sldId="378"/>
            <ac:spMk id="2" creationId="{7EC0911D-6C4A-D4DD-D234-7077784E975A}"/>
          </ac:spMkLst>
        </pc:spChg>
        <pc:spChg chg="mod">
          <ac:chgData name="OLUWATOSIN ALABI" userId="55cd164168562cfa" providerId="LiveId" clId="{1B3DEA9F-D85A-477D-8D6D-57DDDF69D989}" dt="2023-10-26T23:18:04.467" v="7809" actId="20577"/>
          <ac:spMkLst>
            <pc:docMk/>
            <pc:sldMk cId="2859926093" sldId="378"/>
            <ac:spMk id="3" creationId="{58B67B28-20B0-4CB6-77BB-1E3242DB2F0E}"/>
          </ac:spMkLst>
        </pc:spChg>
        <pc:picChg chg="add mod">
          <ac:chgData name="OLUWATOSIN ALABI" userId="55cd164168562cfa" providerId="LiveId" clId="{1B3DEA9F-D85A-477D-8D6D-57DDDF69D989}" dt="2023-10-26T20:26:33.714" v="2384" actId="1076"/>
          <ac:picMkLst>
            <pc:docMk/>
            <pc:sldMk cId="2859926093" sldId="378"/>
            <ac:picMk id="5" creationId="{6701AE07-5769-9944-3B95-FC270FD3D616}"/>
          </ac:picMkLst>
        </pc:picChg>
      </pc:sldChg>
      <pc:sldChg chg="addSp delSp modSp new mod">
        <pc:chgData name="OLUWATOSIN ALABI" userId="55cd164168562cfa" providerId="LiveId" clId="{1B3DEA9F-D85A-477D-8D6D-57DDDF69D989}" dt="2023-10-26T18:37:31.281" v="1499" actId="6549"/>
        <pc:sldMkLst>
          <pc:docMk/>
          <pc:sldMk cId="3178361510" sldId="379"/>
        </pc:sldMkLst>
        <pc:spChg chg="del">
          <ac:chgData name="OLUWATOSIN ALABI" userId="55cd164168562cfa" providerId="LiveId" clId="{1B3DEA9F-D85A-477D-8D6D-57DDDF69D989}" dt="2023-10-26T18:32:10.822" v="1207" actId="478"/>
          <ac:spMkLst>
            <pc:docMk/>
            <pc:sldMk cId="3178361510" sldId="379"/>
            <ac:spMk id="2" creationId="{E38B34AE-E260-B0E1-CAEC-342EA2896AED}"/>
          </ac:spMkLst>
        </pc:spChg>
        <pc:spChg chg="del">
          <ac:chgData name="OLUWATOSIN ALABI" userId="55cd164168562cfa" providerId="LiveId" clId="{1B3DEA9F-D85A-477D-8D6D-57DDDF69D989}" dt="2023-10-26T18:32:13.420" v="1208" actId="478"/>
          <ac:spMkLst>
            <pc:docMk/>
            <pc:sldMk cId="3178361510" sldId="379"/>
            <ac:spMk id="3" creationId="{45FC9C35-A763-CA15-C1B6-F69054719F26}"/>
          </ac:spMkLst>
        </pc:spChg>
        <pc:spChg chg="add mod">
          <ac:chgData name="OLUWATOSIN ALABI" userId="55cd164168562cfa" providerId="LiveId" clId="{1B3DEA9F-D85A-477D-8D6D-57DDDF69D989}" dt="2023-10-26T18:37:31.281" v="1499" actId="6549"/>
          <ac:spMkLst>
            <pc:docMk/>
            <pc:sldMk cId="3178361510" sldId="379"/>
            <ac:spMk id="6" creationId="{0A0DC4E7-82ED-6449-039D-26495BEA817B}"/>
          </ac:spMkLst>
        </pc:spChg>
        <pc:spChg chg="add del mod">
          <ac:chgData name="OLUWATOSIN ALABI" userId="55cd164168562cfa" providerId="LiveId" clId="{1B3DEA9F-D85A-477D-8D6D-57DDDF69D989}" dt="2023-10-26T18:34:03.448" v="1258" actId="478"/>
          <ac:spMkLst>
            <pc:docMk/>
            <pc:sldMk cId="3178361510" sldId="379"/>
            <ac:spMk id="7" creationId="{AA58330E-8828-4E1D-17F9-FB90AF091B9C}"/>
          </ac:spMkLst>
        </pc:spChg>
        <pc:picChg chg="add mod">
          <ac:chgData name="OLUWATOSIN ALABI" userId="55cd164168562cfa" providerId="LiveId" clId="{1B3DEA9F-D85A-477D-8D6D-57DDDF69D989}" dt="2023-10-26T18:32:33.453" v="1216" actId="1076"/>
          <ac:picMkLst>
            <pc:docMk/>
            <pc:sldMk cId="3178361510" sldId="379"/>
            <ac:picMk id="5" creationId="{71C3A064-41BE-4E58-08C0-0025EF4AC53D}"/>
          </ac:picMkLst>
        </pc:picChg>
      </pc:sldChg>
      <pc:sldChg chg="addSp delSp modSp add mod">
        <pc:chgData name="OLUWATOSIN ALABI" userId="55cd164168562cfa" providerId="LiveId" clId="{1B3DEA9F-D85A-477D-8D6D-57DDDF69D989}" dt="2023-10-26T19:50:07.123" v="2206" actId="1076"/>
        <pc:sldMkLst>
          <pc:docMk/>
          <pc:sldMk cId="3148218797" sldId="380"/>
        </pc:sldMkLst>
        <pc:spChg chg="mod">
          <ac:chgData name="OLUWATOSIN ALABI" userId="55cd164168562cfa" providerId="LiveId" clId="{1B3DEA9F-D85A-477D-8D6D-57DDDF69D989}" dt="2023-10-26T19:26:51.012" v="2200"/>
          <ac:spMkLst>
            <pc:docMk/>
            <pc:sldMk cId="3148218797" sldId="380"/>
            <ac:spMk id="6" creationId="{0A0DC4E7-82ED-6449-039D-26495BEA817B}"/>
          </ac:spMkLst>
        </pc:spChg>
        <pc:picChg chg="add mod">
          <ac:chgData name="OLUWATOSIN ALABI" userId="55cd164168562cfa" providerId="LiveId" clId="{1B3DEA9F-D85A-477D-8D6D-57DDDF69D989}" dt="2023-10-26T19:50:07.123" v="2206" actId="1076"/>
          <ac:picMkLst>
            <pc:docMk/>
            <pc:sldMk cId="3148218797" sldId="380"/>
            <ac:picMk id="3" creationId="{C8F818EE-F391-263D-C232-5D885C4539BA}"/>
          </ac:picMkLst>
        </pc:picChg>
        <pc:picChg chg="del">
          <ac:chgData name="OLUWATOSIN ALABI" userId="55cd164168562cfa" providerId="LiveId" clId="{1B3DEA9F-D85A-477D-8D6D-57DDDF69D989}" dt="2023-10-26T19:49:42.920" v="2201" actId="478"/>
          <ac:picMkLst>
            <pc:docMk/>
            <pc:sldMk cId="3148218797" sldId="380"/>
            <ac:picMk id="5" creationId="{71C3A064-41BE-4E58-08C0-0025EF4AC53D}"/>
          </ac:picMkLst>
        </pc:picChg>
      </pc:sldChg>
      <pc:sldChg chg="addSp modSp add mod ord">
        <pc:chgData name="OLUWATOSIN ALABI" userId="55cd164168562cfa" providerId="LiveId" clId="{1B3DEA9F-D85A-477D-8D6D-57DDDF69D989}" dt="2023-10-26T20:04:06.024" v="2246"/>
        <pc:sldMkLst>
          <pc:docMk/>
          <pc:sldMk cId="930343465" sldId="381"/>
        </pc:sldMkLst>
        <pc:spChg chg="mod">
          <ac:chgData name="OLUWATOSIN ALABI" userId="55cd164168562cfa" providerId="LiveId" clId="{1B3DEA9F-D85A-477D-8D6D-57DDDF69D989}" dt="2023-10-26T20:04:06.024" v="2246"/>
          <ac:spMkLst>
            <pc:docMk/>
            <pc:sldMk cId="930343465" sldId="381"/>
            <ac:spMk id="2" creationId="{7EC0911D-6C4A-D4DD-D234-7077784E975A}"/>
          </ac:spMkLst>
        </pc:spChg>
        <pc:spChg chg="mod">
          <ac:chgData name="OLUWATOSIN ALABI" userId="55cd164168562cfa" providerId="LiveId" clId="{1B3DEA9F-D85A-477D-8D6D-57DDDF69D989}" dt="2023-10-26T20:03:28.800" v="2238" actId="27636"/>
          <ac:spMkLst>
            <pc:docMk/>
            <pc:sldMk cId="930343465" sldId="381"/>
            <ac:spMk id="3" creationId="{58B67B28-20B0-4CB6-77BB-1E3242DB2F0E}"/>
          </ac:spMkLst>
        </pc:spChg>
        <pc:picChg chg="add mod">
          <ac:chgData name="OLUWATOSIN ALABI" userId="55cd164168562cfa" providerId="LiveId" clId="{1B3DEA9F-D85A-477D-8D6D-57DDDF69D989}" dt="2023-10-26T20:03:35.720" v="2241" actId="1076"/>
          <ac:picMkLst>
            <pc:docMk/>
            <pc:sldMk cId="930343465" sldId="381"/>
            <ac:picMk id="5" creationId="{8A8D4736-ACB3-0D56-6472-131D8804B209}"/>
          </ac:picMkLst>
        </pc:picChg>
      </pc:sldChg>
      <pc:sldChg chg="addSp delSp modSp add mod ord">
        <pc:chgData name="OLUWATOSIN ALABI" userId="55cd164168562cfa" providerId="LiveId" clId="{1B3DEA9F-D85A-477D-8D6D-57DDDF69D989}" dt="2023-10-26T20:50:11.302" v="2934" actId="1076"/>
        <pc:sldMkLst>
          <pc:docMk/>
          <pc:sldMk cId="143688995" sldId="382"/>
        </pc:sldMkLst>
        <pc:spChg chg="mod">
          <ac:chgData name="OLUWATOSIN ALABI" userId="55cd164168562cfa" providerId="LiveId" clId="{1B3DEA9F-D85A-477D-8D6D-57DDDF69D989}" dt="2023-10-26T20:29:13.691" v="2492"/>
          <ac:spMkLst>
            <pc:docMk/>
            <pc:sldMk cId="143688995" sldId="382"/>
            <ac:spMk id="2" creationId="{7EC0911D-6C4A-D4DD-D234-7077784E975A}"/>
          </ac:spMkLst>
        </pc:spChg>
        <pc:spChg chg="mod">
          <ac:chgData name="OLUWATOSIN ALABI" userId="55cd164168562cfa" providerId="LiveId" clId="{1B3DEA9F-D85A-477D-8D6D-57DDDF69D989}" dt="2023-10-26T20:50:05.445" v="2933" actId="255"/>
          <ac:spMkLst>
            <pc:docMk/>
            <pc:sldMk cId="143688995" sldId="382"/>
            <ac:spMk id="3" creationId="{58B67B28-20B0-4CB6-77BB-1E3242DB2F0E}"/>
          </ac:spMkLst>
        </pc:spChg>
        <pc:picChg chg="del">
          <ac:chgData name="OLUWATOSIN ALABI" userId="55cd164168562cfa" providerId="LiveId" clId="{1B3DEA9F-D85A-477D-8D6D-57DDDF69D989}" dt="2023-10-26T20:34:20.222" v="2711" actId="478"/>
          <ac:picMkLst>
            <pc:docMk/>
            <pc:sldMk cId="143688995" sldId="382"/>
            <ac:picMk id="5" creationId="{8A8D4736-ACB3-0D56-6472-131D8804B209}"/>
          </ac:picMkLst>
        </pc:picChg>
        <pc:picChg chg="add mod">
          <ac:chgData name="OLUWATOSIN ALABI" userId="55cd164168562cfa" providerId="LiveId" clId="{1B3DEA9F-D85A-477D-8D6D-57DDDF69D989}" dt="2023-10-26T20:50:11.302" v="2934" actId="1076"/>
          <ac:picMkLst>
            <pc:docMk/>
            <pc:sldMk cId="143688995" sldId="382"/>
            <ac:picMk id="6" creationId="{79D16C66-E30D-40A4-8353-26A85A131D9A}"/>
          </ac:picMkLst>
        </pc:picChg>
      </pc:sldChg>
      <pc:sldChg chg="delSp modSp add mod ord">
        <pc:chgData name="OLUWATOSIN ALABI" userId="55cd164168562cfa" providerId="LiveId" clId="{1B3DEA9F-D85A-477D-8D6D-57DDDF69D989}" dt="2023-10-26T21:01:57.592" v="3169" actId="6549"/>
        <pc:sldMkLst>
          <pc:docMk/>
          <pc:sldMk cId="542106744" sldId="383"/>
        </pc:sldMkLst>
        <pc:spChg chg="mod">
          <ac:chgData name="OLUWATOSIN ALABI" userId="55cd164168562cfa" providerId="LiveId" clId="{1B3DEA9F-D85A-477D-8D6D-57DDDF69D989}" dt="2023-10-26T20:56:40.338" v="3019" actId="20577"/>
          <ac:spMkLst>
            <pc:docMk/>
            <pc:sldMk cId="542106744" sldId="383"/>
            <ac:spMk id="2" creationId="{7EC0911D-6C4A-D4DD-D234-7077784E975A}"/>
          </ac:spMkLst>
        </pc:spChg>
        <pc:spChg chg="mod">
          <ac:chgData name="OLUWATOSIN ALABI" userId="55cd164168562cfa" providerId="LiveId" clId="{1B3DEA9F-D85A-477D-8D6D-57DDDF69D989}" dt="2023-10-26T21:01:57.592" v="3169" actId="6549"/>
          <ac:spMkLst>
            <pc:docMk/>
            <pc:sldMk cId="542106744" sldId="383"/>
            <ac:spMk id="3" creationId="{58B67B28-20B0-4CB6-77BB-1E3242DB2F0E}"/>
          </ac:spMkLst>
        </pc:spChg>
        <pc:picChg chg="del">
          <ac:chgData name="OLUWATOSIN ALABI" userId="55cd164168562cfa" providerId="LiveId" clId="{1B3DEA9F-D85A-477D-8D6D-57DDDF69D989}" dt="2023-10-26T20:57:12.657" v="3029" actId="478"/>
          <ac:picMkLst>
            <pc:docMk/>
            <pc:sldMk cId="542106744" sldId="383"/>
            <ac:picMk id="5" creationId="{8A8D4736-ACB3-0D56-6472-131D8804B209}"/>
          </ac:picMkLst>
        </pc:picChg>
      </pc:sldChg>
      <pc:sldChg chg="modSp new del mod">
        <pc:chgData name="OLUWATOSIN ALABI" userId="55cd164168562cfa" providerId="LiveId" clId="{1B3DEA9F-D85A-477D-8D6D-57DDDF69D989}" dt="2023-10-26T21:03:03.103" v="3197" actId="47"/>
        <pc:sldMkLst>
          <pc:docMk/>
          <pc:sldMk cId="1668914473" sldId="384"/>
        </pc:sldMkLst>
        <pc:spChg chg="mod">
          <ac:chgData name="OLUWATOSIN ALABI" userId="55cd164168562cfa" providerId="LiveId" clId="{1B3DEA9F-D85A-477D-8D6D-57DDDF69D989}" dt="2023-10-26T21:02:12.864" v="3177" actId="20577"/>
          <ac:spMkLst>
            <pc:docMk/>
            <pc:sldMk cId="1668914473" sldId="384"/>
            <ac:spMk id="2" creationId="{00FCED60-3EFE-82BC-F2E6-58DEAD6742F9}"/>
          </ac:spMkLst>
        </pc:spChg>
      </pc:sldChg>
      <pc:sldChg chg="modSp add mod ord">
        <pc:chgData name="OLUWATOSIN ALABI" userId="55cd164168562cfa" providerId="LiveId" clId="{1B3DEA9F-D85A-477D-8D6D-57DDDF69D989}" dt="2023-10-26T21:03:08.070" v="3215" actId="20577"/>
        <pc:sldMkLst>
          <pc:docMk/>
          <pc:sldMk cId="688871289" sldId="385"/>
        </pc:sldMkLst>
        <pc:spChg chg="mod">
          <ac:chgData name="OLUWATOSIN ALABI" userId="55cd164168562cfa" providerId="LiveId" clId="{1B3DEA9F-D85A-477D-8D6D-57DDDF69D989}" dt="2023-10-26T21:03:08.070" v="3215" actId="20577"/>
          <ac:spMkLst>
            <pc:docMk/>
            <pc:sldMk cId="688871289" sldId="385"/>
            <ac:spMk id="2" creationId="{0C46332F-E2D2-B9AD-CCEA-073C8937853A}"/>
          </ac:spMkLst>
        </pc:spChg>
      </pc:sldChg>
      <pc:sldChg chg="modSp new del mod ord">
        <pc:chgData name="OLUWATOSIN ALABI" userId="55cd164168562cfa" providerId="LiveId" clId="{1B3DEA9F-D85A-477D-8D6D-57DDDF69D989}" dt="2023-10-26T21:02:35.775" v="3191" actId="47"/>
        <pc:sldMkLst>
          <pc:docMk/>
          <pc:sldMk cId="3147385736" sldId="385"/>
        </pc:sldMkLst>
        <pc:spChg chg="mod">
          <ac:chgData name="OLUWATOSIN ALABI" userId="55cd164168562cfa" providerId="LiveId" clId="{1B3DEA9F-D85A-477D-8D6D-57DDDF69D989}" dt="2023-10-26T21:02:28.702" v="3188" actId="20577"/>
          <ac:spMkLst>
            <pc:docMk/>
            <pc:sldMk cId="3147385736" sldId="385"/>
            <ac:spMk id="2" creationId="{0A90A59F-6DDB-C4B5-8310-6DCE29DF477D}"/>
          </ac:spMkLst>
        </pc:spChg>
      </pc:sldChg>
      <pc:sldChg chg="modSp add del mod ord">
        <pc:chgData name="OLUWATOSIN ALABI" userId="55cd164168562cfa" providerId="LiveId" clId="{1B3DEA9F-D85A-477D-8D6D-57DDDF69D989}" dt="2023-10-26T21:04:34.216" v="3288" actId="47"/>
        <pc:sldMkLst>
          <pc:docMk/>
          <pc:sldMk cId="77721662" sldId="386"/>
        </pc:sldMkLst>
        <pc:spChg chg="mod">
          <ac:chgData name="OLUWATOSIN ALABI" userId="55cd164168562cfa" providerId="LiveId" clId="{1B3DEA9F-D85A-477D-8D6D-57DDDF69D989}" dt="2023-10-26T21:03:46.465" v="3274" actId="6549"/>
          <ac:spMkLst>
            <pc:docMk/>
            <pc:sldMk cId="77721662" sldId="386"/>
            <ac:spMk id="2" creationId="{0C46332F-E2D2-B9AD-CCEA-073C8937853A}"/>
          </ac:spMkLst>
        </pc:spChg>
      </pc:sldChg>
      <pc:sldChg chg="modSp add del mod ord">
        <pc:chgData name="OLUWATOSIN ALABI" userId="55cd164168562cfa" providerId="LiveId" clId="{1B3DEA9F-D85A-477D-8D6D-57DDDF69D989}" dt="2023-10-26T21:05:48.435" v="3355" actId="47"/>
        <pc:sldMkLst>
          <pc:docMk/>
          <pc:sldMk cId="2790983545" sldId="387"/>
        </pc:sldMkLst>
        <pc:spChg chg="mod">
          <ac:chgData name="OLUWATOSIN ALABI" userId="55cd164168562cfa" providerId="LiveId" clId="{1B3DEA9F-D85A-477D-8D6D-57DDDF69D989}" dt="2023-10-26T21:03:53.448" v="3282" actId="20577"/>
          <ac:spMkLst>
            <pc:docMk/>
            <pc:sldMk cId="2790983545" sldId="387"/>
            <ac:spMk id="2" creationId="{0C46332F-E2D2-B9AD-CCEA-073C8937853A}"/>
          </ac:spMkLst>
        </pc:spChg>
      </pc:sldChg>
      <pc:sldChg chg="addSp modSp new mod">
        <pc:chgData name="OLUWATOSIN ALABI" userId="55cd164168562cfa" providerId="LiveId" clId="{1B3DEA9F-D85A-477D-8D6D-57DDDF69D989}" dt="2023-10-26T21:29:32.779" v="3819" actId="115"/>
        <pc:sldMkLst>
          <pc:docMk/>
          <pc:sldMk cId="1224431564" sldId="388"/>
        </pc:sldMkLst>
        <pc:spChg chg="mod">
          <ac:chgData name="OLUWATOSIN ALABI" userId="55cd164168562cfa" providerId="LiveId" clId="{1B3DEA9F-D85A-477D-8D6D-57DDDF69D989}" dt="2023-10-26T21:05:14.112" v="3324" actId="20577"/>
          <ac:spMkLst>
            <pc:docMk/>
            <pc:sldMk cId="1224431564" sldId="388"/>
            <ac:spMk id="2" creationId="{02A917B8-1F17-7A4E-A88C-96E5864353C9}"/>
          </ac:spMkLst>
        </pc:spChg>
        <pc:spChg chg="mod">
          <ac:chgData name="OLUWATOSIN ALABI" userId="55cd164168562cfa" providerId="LiveId" clId="{1B3DEA9F-D85A-477D-8D6D-57DDDF69D989}" dt="2023-10-26T21:29:32.779" v="3819" actId="115"/>
          <ac:spMkLst>
            <pc:docMk/>
            <pc:sldMk cId="1224431564" sldId="388"/>
            <ac:spMk id="3" creationId="{C6A7F420-D56B-6FD8-EDBC-04DCDEE9FBFA}"/>
          </ac:spMkLst>
        </pc:spChg>
        <pc:spChg chg="add mod">
          <ac:chgData name="OLUWATOSIN ALABI" userId="55cd164168562cfa" providerId="LiveId" clId="{1B3DEA9F-D85A-477D-8D6D-57DDDF69D989}" dt="2023-10-26T21:21:35.003" v="3382" actId="1076"/>
          <ac:spMkLst>
            <pc:docMk/>
            <pc:sldMk cId="1224431564" sldId="388"/>
            <ac:spMk id="6" creationId="{8E48CF77-BAEF-DB55-EDB7-0DE1AA0A7BFC}"/>
          </ac:spMkLst>
        </pc:spChg>
        <pc:graphicFrameChg chg="add mod">
          <ac:chgData name="OLUWATOSIN ALABI" userId="55cd164168562cfa" providerId="LiveId" clId="{1B3DEA9F-D85A-477D-8D6D-57DDDF69D989}" dt="2023-10-26T21:21:37.378" v="3383" actId="1076"/>
          <ac:graphicFrameMkLst>
            <pc:docMk/>
            <pc:sldMk cId="1224431564" sldId="388"/>
            <ac:graphicFrameMk id="5" creationId="{01B84EC0-2EA7-576D-E61D-6E83D96E36BE}"/>
          </ac:graphicFrameMkLst>
        </pc:graphicFrameChg>
        <pc:picChg chg="add mod">
          <ac:chgData name="OLUWATOSIN ALABI" userId="55cd164168562cfa" providerId="LiveId" clId="{1B3DEA9F-D85A-477D-8D6D-57DDDF69D989}" dt="2023-10-26T21:21:31.547" v="3381" actId="1076"/>
          <ac:picMkLst>
            <pc:docMk/>
            <pc:sldMk cId="1224431564" sldId="388"/>
            <ac:picMk id="4" creationId="{C709E016-FB53-4730-5FC7-20B9881340C6}"/>
          </ac:picMkLst>
        </pc:picChg>
      </pc:sldChg>
      <pc:sldChg chg="modSp add del mod ord">
        <pc:chgData name="OLUWATOSIN ALABI" userId="55cd164168562cfa" providerId="LiveId" clId="{1B3DEA9F-D85A-477D-8D6D-57DDDF69D989}" dt="2023-10-26T22:49:33.780" v="7536" actId="47"/>
        <pc:sldMkLst>
          <pc:docMk/>
          <pc:sldMk cId="3233852871" sldId="389"/>
        </pc:sldMkLst>
        <pc:spChg chg="mod">
          <ac:chgData name="OLUWATOSIN ALABI" userId="55cd164168562cfa" providerId="LiveId" clId="{1B3DEA9F-D85A-477D-8D6D-57DDDF69D989}" dt="2023-10-26T21:05:00.755" v="3321" actId="20577"/>
          <ac:spMkLst>
            <pc:docMk/>
            <pc:sldMk cId="3233852871" sldId="389"/>
            <ac:spMk id="2" creationId="{69A82E3E-FDCF-C698-6E56-3530C525244B}"/>
          </ac:spMkLst>
        </pc:spChg>
      </pc:sldChg>
      <pc:sldChg chg="addSp delSp modSp add mod chgLayout">
        <pc:chgData name="OLUWATOSIN ALABI" userId="55cd164168562cfa" providerId="LiveId" clId="{1B3DEA9F-D85A-477D-8D6D-57DDDF69D989}" dt="2023-10-26T21:32:09.250" v="3941" actId="1076"/>
        <pc:sldMkLst>
          <pc:docMk/>
          <pc:sldMk cId="3110770705" sldId="390"/>
        </pc:sldMkLst>
        <pc:spChg chg="mod ord">
          <ac:chgData name="OLUWATOSIN ALABI" userId="55cd164168562cfa" providerId="LiveId" clId="{1B3DEA9F-D85A-477D-8D6D-57DDDF69D989}" dt="2023-10-26T21:29:03.241" v="3812" actId="27636"/>
          <ac:spMkLst>
            <pc:docMk/>
            <pc:sldMk cId="3110770705" sldId="390"/>
            <ac:spMk id="2" creationId="{02A917B8-1F17-7A4E-A88C-96E5864353C9}"/>
          </ac:spMkLst>
        </pc:spChg>
        <pc:spChg chg="mod ord">
          <ac:chgData name="OLUWATOSIN ALABI" userId="55cd164168562cfa" providerId="LiveId" clId="{1B3DEA9F-D85A-477D-8D6D-57DDDF69D989}" dt="2023-10-26T21:31:42.501" v="3938" actId="6549"/>
          <ac:spMkLst>
            <pc:docMk/>
            <pc:sldMk cId="3110770705" sldId="390"/>
            <ac:spMk id="3" creationId="{C6A7F420-D56B-6FD8-EDBC-04DCDEE9FBFA}"/>
          </ac:spMkLst>
        </pc:spChg>
        <pc:picChg chg="add del mod">
          <ac:chgData name="OLUWATOSIN ALABI" userId="55cd164168562cfa" providerId="LiveId" clId="{1B3DEA9F-D85A-477D-8D6D-57DDDF69D989}" dt="2023-10-26T21:23:20.096" v="3437" actId="478"/>
          <ac:picMkLst>
            <pc:docMk/>
            <pc:sldMk cId="3110770705" sldId="390"/>
            <ac:picMk id="4" creationId="{D7BB2CD5-061A-72C1-C644-DAF4748C68B6}"/>
          </ac:picMkLst>
        </pc:picChg>
        <pc:picChg chg="add mod">
          <ac:chgData name="OLUWATOSIN ALABI" userId="55cd164168562cfa" providerId="LiveId" clId="{1B3DEA9F-D85A-477D-8D6D-57DDDF69D989}" dt="2023-10-26T21:32:06.419" v="3940" actId="1076"/>
          <ac:picMkLst>
            <pc:docMk/>
            <pc:sldMk cId="3110770705" sldId="390"/>
            <ac:picMk id="6" creationId="{16FAE42F-54CE-C783-686E-DCBF60A17E28}"/>
          </ac:picMkLst>
        </pc:picChg>
        <pc:picChg chg="add del mod">
          <ac:chgData name="OLUWATOSIN ALABI" userId="55cd164168562cfa" providerId="LiveId" clId="{1B3DEA9F-D85A-477D-8D6D-57DDDF69D989}" dt="2023-10-26T21:29:10.401" v="3813" actId="1076"/>
          <ac:picMkLst>
            <pc:docMk/>
            <pc:sldMk cId="3110770705" sldId="390"/>
            <ac:picMk id="7" creationId="{19E017F6-F01D-7887-DDBF-EADAF77148B8}"/>
          </ac:picMkLst>
        </pc:picChg>
        <pc:picChg chg="add mod">
          <ac:chgData name="OLUWATOSIN ALABI" userId="55cd164168562cfa" providerId="LiveId" clId="{1B3DEA9F-D85A-477D-8D6D-57DDDF69D989}" dt="2023-10-26T21:29:13.752" v="3814" actId="1076"/>
          <ac:picMkLst>
            <pc:docMk/>
            <pc:sldMk cId="3110770705" sldId="390"/>
            <ac:picMk id="8" creationId="{04B48A97-2C51-1C37-DBA9-A59E21889A52}"/>
          </ac:picMkLst>
        </pc:picChg>
        <pc:picChg chg="add mod">
          <ac:chgData name="OLUWATOSIN ALABI" userId="55cd164168562cfa" providerId="LiveId" clId="{1B3DEA9F-D85A-477D-8D6D-57DDDF69D989}" dt="2023-10-26T21:32:09.250" v="3941" actId="1076"/>
          <ac:picMkLst>
            <pc:docMk/>
            <pc:sldMk cId="3110770705" sldId="390"/>
            <ac:picMk id="10" creationId="{63D8F9CE-A0A2-CFA0-6707-44DE4C960ACF}"/>
          </ac:picMkLst>
        </pc:picChg>
      </pc:sldChg>
      <pc:sldChg chg="addSp modSp add mod">
        <pc:chgData name="OLUWATOSIN ALABI" userId="55cd164168562cfa" providerId="LiveId" clId="{1B3DEA9F-D85A-477D-8D6D-57DDDF69D989}" dt="2023-10-26T23:20:31.552" v="7862" actId="20577"/>
        <pc:sldMkLst>
          <pc:docMk/>
          <pc:sldMk cId="3497722349" sldId="391"/>
        </pc:sldMkLst>
        <pc:spChg chg="mod">
          <ac:chgData name="OLUWATOSIN ALABI" userId="55cd164168562cfa" providerId="LiveId" clId="{1B3DEA9F-D85A-477D-8D6D-57DDDF69D989}" dt="2023-10-26T22:30:00.145" v="6548" actId="1076"/>
          <ac:spMkLst>
            <pc:docMk/>
            <pc:sldMk cId="3497722349" sldId="391"/>
            <ac:spMk id="2" creationId="{02A917B8-1F17-7A4E-A88C-96E5864353C9}"/>
          </ac:spMkLst>
        </pc:spChg>
        <pc:spChg chg="mod">
          <ac:chgData name="OLUWATOSIN ALABI" userId="55cd164168562cfa" providerId="LiveId" clId="{1B3DEA9F-D85A-477D-8D6D-57DDDF69D989}" dt="2023-10-26T23:20:31.552" v="7862" actId="20577"/>
          <ac:spMkLst>
            <pc:docMk/>
            <pc:sldMk cId="3497722349" sldId="391"/>
            <ac:spMk id="3" creationId="{C6A7F420-D56B-6FD8-EDBC-04DCDEE9FBFA}"/>
          </ac:spMkLst>
        </pc:spChg>
        <pc:picChg chg="add mod">
          <ac:chgData name="OLUWATOSIN ALABI" userId="55cd164168562cfa" providerId="LiveId" clId="{1B3DEA9F-D85A-477D-8D6D-57DDDF69D989}" dt="2023-10-26T23:20:27.350" v="7861" actId="1076"/>
          <ac:picMkLst>
            <pc:docMk/>
            <pc:sldMk cId="3497722349" sldId="391"/>
            <ac:picMk id="5" creationId="{ED9DAF51-A0CE-5556-50D3-78EB0E4A9E27}"/>
          </ac:picMkLst>
        </pc:picChg>
        <pc:picChg chg="add mod">
          <ac:chgData name="OLUWATOSIN ALABI" userId="55cd164168562cfa" providerId="LiveId" clId="{1B3DEA9F-D85A-477D-8D6D-57DDDF69D989}" dt="2023-10-26T22:31:23.934" v="6706" actId="1076"/>
          <ac:picMkLst>
            <pc:docMk/>
            <pc:sldMk cId="3497722349" sldId="391"/>
            <ac:picMk id="7" creationId="{F28DC44D-3611-961C-7C1E-7565CC61CC6D}"/>
          </ac:picMkLst>
        </pc:picChg>
      </pc:sldChg>
      <pc:sldChg chg="addSp modSp add mod">
        <pc:chgData name="OLUWATOSIN ALABI" userId="55cd164168562cfa" providerId="LiveId" clId="{1B3DEA9F-D85A-477D-8D6D-57DDDF69D989}" dt="2023-10-26T22:36:32.881" v="7278" actId="1076"/>
        <pc:sldMkLst>
          <pc:docMk/>
          <pc:sldMk cId="4218495868" sldId="392"/>
        </pc:sldMkLst>
        <pc:spChg chg="mod">
          <ac:chgData name="OLUWATOSIN ALABI" userId="55cd164168562cfa" providerId="LiveId" clId="{1B3DEA9F-D85A-477D-8D6D-57DDDF69D989}" dt="2023-10-26T21:06:02.970" v="3375" actId="20577"/>
          <ac:spMkLst>
            <pc:docMk/>
            <pc:sldMk cId="4218495868" sldId="392"/>
            <ac:spMk id="2" creationId="{02A917B8-1F17-7A4E-A88C-96E5864353C9}"/>
          </ac:spMkLst>
        </pc:spChg>
        <pc:spChg chg="mod">
          <ac:chgData name="OLUWATOSIN ALABI" userId="55cd164168562cfa" providerId="LiveId" clId="{1B3DEA9F-D85A-477D-8D6D-57DDDF69D989}" dt="2023-10-26T22:35:59.832" v="7273" actId="6549"/>
          <ac:spMkLst>
            <pc:docMk/>
            <pc:sldMk cId="4218495868" sldId="392"/>
            <ac:spMk id="3" creationId="{C6A7F420-D56B-6FD8-EDBC-04DCDEE9FBFA}"/>
          </ac:spMkLst>
        </pc:spChg>
        <pc:picChg chg="add mod">
          <ac:chgData name="OLUWATOSIN ALABI" userId="55cd164168562cfa" providerId="LiveId" clId="{1B3DEA9F-D85A-477D-8D6D-57DDDF69D989}" dt="2023-10-26T22:36:32.881" v="7278" actId="1076"/>
          <ac:picMkLst>
            <pc:docMk/>
            <pc:sldMk cId="4218495868" sldId="392"/>
            <ac:picMk id="5" creationId="{B9031202-EA16-BF60-BD16-CCDB0F79482C}"/>
          </ac:picMkLst>
        </pc:picChg>
      </pc:sldChg>
      <pc:sldChg chg="modSp new mod">
        <pc:chgData name="OLUWATOSIN ALABI" userId="55cd164168562cfa" providerId="LiveId" clId="{1B3DEA9F-D85A-477D-8D6D-57DDDF69D989}" dt="2023-10-26T22:50:56.987" v="7550" actId="6549"/>
        <pc:sldMkLst>
          <pc:docMk/>
          <pc:sldMk cId="1793159662" sldId="393"/>
        </pc:sldMkLst>
        <pc:spChg chg="mod">
          <ac:chgData name="OLUWATOSIN ALABI" userId="55cd164168562cfa" providerId="LiveId" clId="{1B3DEA9F-D85A-477D-8D6D-57DDDF69D989}" dt="2023-10-26T21:44:22.155" v="4028" actId="20577"/>
          <ac:spMkLst>
            <pc:docMk/>
            <pc:sldMk cId="1793159662" sldId="393"/>
            <ac:spMk id="2" creationId="{FDFA0B27-63E9-4CB7-816E-ED24394CEFEF}"/>
          </ac:spMkLst>
        </pc:spChg>
        <pc:spChg chg="mod">
          <ac:chgData name="OLUWATOSIN ALABI" userId="55cd164168562cfa" providerId="LiveId" clId="{1B3DEA9F-D85A-477D-8D6D-57DDDF69D989}" dt="2023-10-26T22:50:56.987" v="7550" actId="6549"/>
          <ac:spMkLst>
            <pc:docMk/>
            <pc:sldMk cId="1793159662" sldId="393"/>
            <ac:spMk id="3" creationId="{207AFEFB-A884-2527-7B59-107650BDEE14}"/>
          </ac:spMkLst>
        </pc:spChg>
      </pc:sldChg>
      <pc:sldChg chg="delSp modSp add mod">
        <pc:chgData name="OLUWATOSIN ALABI" userId="55cd164168562cfa" providerId="LiveId" clId="{1B3DEA9F-D85A-477D-8D6D-57DDDF69D989}" dt="2023-10-27T09:14:02.029" v="8456" actId="20577"/>
        <pc:sldMkLst>
          <pc:docMk/>
          <pc:sldMk cId="2775205435" sldId="394"/>
        </pc:sldMkLst>
        <pc:spChg chg="mod">
          <ac:chgData name="OLUWATOSIN ALABI" userId="55cd164168562cfa" providerId="LiveId" clId="{1B3DEA9F-D85A-477D-8D6D-57DDDF69D989}" dt="2023-10-26T22:02:34.677" v="5242" actId="20577"/>
          <ac:spMkLst>
            <pc:docMk/>
            <pc:sldMk cId="2775205435" sldId="394"/>
            <ac:spMk id="2" creationId="{16B34F6D-BFEE-D494-9208-B4A2BB7677B0}"/>
          </ac:spMkLst>
        </pc:spChg>
        <pc:spChg chg="mod">
          <ac:chgData name="OLUWATOSIN ALABI" userId="55cd164168562cfa" providerId="LiveId" clId="{1B3DEA9F-D85A-477D-8D6D-57DDDF69D989}" dt="2023-10-27T09:14:02.029" v="8456" actId="20577"/>
          <ac:spMkLst>
            <pc:docMk/>
            <pc:sldMk cId="2775205435" sldId="394"/>
            <ac:spMk id="3" creationId="{FB26A88C-D7E3-480D-2522-6476F1639030}"/>
          </ac:spMkLst>
        </pc:spChg>
        <pc:picChg chg="del">
          <ac:chgData name="OLUWATOSIN ALABI" userId="55cd164168562cfa" providerId="LiveId" clId="{1B3DEA9F-D85A-477D-8D6D-57DDDF69D989}" dt="2023-10-26T21:51:28.983" v="4240" actId="478"/>
          <ac:picMkLst>
            <pc:docMk/>
            <pc:sldMk cId="2775205435" sldId="394"/>
            <ac:picMk id="4" creationId="{CBC9F1EE-5470-C9B2-C433-8AF53150CCB1}"/>
          </ac:picMkLst>
        </pc:picChg>
        <pc:picChg chg="del">
          <ac:chgData name="OLUWATOSIN ALABI" userId="55cd164168562cfa" providerId="LiveId" clId="{1B3DEA9F-D85A-477D-8D6D-57DDDF69D989}" dt="2023-10-26T21:51:28.983" v="4240" actId="478"/>
          <ac:picMkLst>
            <pc:docMk/>
            <pc:sldMk cId="2775205435" sldId="394"/>
            <ac:picMk id="5" creationId="{1FCC52AC-FDFB-7854-CF25-C6474F7D1BA9}"/>
          </ac:picMkLst>
        </pc:picChg>
      </pc:sldChg>
      <pc:sldChg chg="modSp add mod">
        <pc:chgData name="OLUWATOSIN ALABI" userId="55cd164168562cfa" providerId="LiveId" clId="{1B3DEA9F-D85A-477D-8D6D-57DDDF69D989}" dt="2023-10-26T23:28:29.942" v="8184" actId="20577"/>
        <pc:sldMkLst>
          <pc:docMk/>
          <pc:sldMk cId="2718866995" sldId="395"/>
        </pc:sldMkLst>
        <pc:spChg chg="mod">
          <ac:chgData name="OLUWATOSIN ALABI" userId="55cd164168562cfa" providerId="LiveId" clId="{1B3DEA9F-D85A-477D-8D6D-57DDDF69D989}" dt="2023-10-26T21:57:56.349" v="4833" actId="20577"/>
          <ac:spMkLst>
            <pc:docMk/>
            <pc:sldMk cId="2718866995" sldId="395"/>
            <ac:spMk id="2" creationId="{16B34F6D-BFEE-D494-9208-B4A2BB7677B0}"/>
          </ac:spMkLst>
        </pc:spChg>
        <pc:spChg chg="mod">
          <ac:chgData name="OLUWATOSIN ALABI" userId="55cd164168562cfa" providerId="LiveId" clId="{1B3DEA9F-D85A-477D-8D6D-57DDDF69D989}" dt="2023-10-26T23:28:29.942" v="8184" actId="20577"/>
          <ac:spMkLst>
            <pc:docMk/>
            <pc:sldMk cId="2718866995" sldId="395"/>
            <ac:spMk id="3" creationId="{FB26A88C-D7E3-480D-2522-6476F1639030}"/>
          </ac:spMkLst>
        </pc:spChg>
      </pc:sldChg>
      <pc:sldChg chg="addSp delSp modSp new mod">
        <pc:chgData name="OLUWATOSIN ALABI" userId="55cd164168562cfa" providerId="LiveId" clId="{1B3DEA9F-D85A-477D-8D6D-57DDDF69D989}" dt="2023-10-26T23:25:09.243" v="8118" actId="22"/>
        <pc:sldMkLst>
          <pc:docMk/>
          <pc:sldMk cId="3558995221" sldId="396"/>
        </pc:sldMkLst>
        <pc:spChg chg="mod">
          <ac:chgData name="OLUWATOSIN ALABI" userId="55cd164168562cfa" providerId="LiveId" clId="{1B3DEA9F-D85A-477D-8D6D-57DDDF69D989}" dt="2023-10-26T22:57:23.676" v="7553" actId="20577"/>
          <ac:spMkLst>
            <pc:docMk/>
            <pc:sldMk cId="3558995221" sldId="396"/>
            <ac:spMk id="2" creationId="{EBD673A6-66E2-4C2E-965C-39755C30BD18}"/>
          </ac:spMkLst>
        </pc:spChg>
        <pc:spChg chg="del">
          <ac:chgData name="OLUWATOSIN ALABI" userId="55cd164168562cfa" providerId="LiveId" clId="{1B3DEA9F-D85A-477D-8D6D-57DDDF69D989}" dt="2023-10-26T23:12:51.329" v="7703" actId="22"/>
          <ac:spMkLst>
            <pc:docMk/>
            <pc:sldMk cId="3558995221" sldId="396"/>
            <ac:spMk id="3" creationId="{2A29C653-ADA2-8B24-3CE8-7D466EAD130D}"/>
          </ac:spMkLst>
        </pc:spChg>
        <pc:spChg chg="add del mod">
          <ac:chgData name="OLUWATOSIN ALABI" userId="55cd164168562cfa" providerId="LiveId" clId="{1B3DEA9F-D85A-477D-8D6D-57DDDF69D989}" dt="2023-10-26T23:25:09.243" v="8118" actId="22"/>
          <ac:spMkLst>
            <pc:docMk/>
            <pc:sldMk cId="3558995221" sldId="396"/>
            <ac:spMk id="7" creationId="{1410D94A-25DF-B12B-E328-B9FA88AAC579}"/>
          </ac:spMkLst>
        </pc:spChg>
        <pc:picChg chg="add del mod ord">
          <ac:chgData name="OLUWATOSIN ALABI" userId="55cd164168562cfa" providerId="LiveId" clId="{1B3DEA9F-D85A-477D-8D6D-57DDDF69D989}" dt="2023-10-26T23:24:14.905" v="8117" actId="478"/>
          <ac:picMkLst>
            <pc:docMk/>
            <pc:sldMk cId="3558995221" sldId="396"/>
            <ac:picMk id="5" creationId="{C9C38D0E-682C-9903-1685-2B30E4186E5B}"/>
          </ac:picMkLst>
        </pc:picChg>
        <pc:picChg chg="add mod ord">
          <ac:chgData name="OLUWATOSIN ALABI" userId="55cd164168562cfa" providerId="LiveId" clId="{1B3DEA9F-D85A-477D-8D6D-57DDDF69D989}" dt="2023-10-26T23:25:09.243" v="8118" actId="22"/>
          <ac:picMkLst>
            <pc:docMk/>
            <pc:sldMk cId="3558995221" sldId="396"/>
            <ac:picMk id="9" creationId="{F34E18B4-5869-D988-50CA-1968EB9D89A5}"/>
          </ac:picMkLst>
        </pc:picChg>
      </pc:sldChg>
      <pc:sldChg chg="modSp add mod ord">
        <pc:chgData name="OLUWATOSIN ALABI" userId="55cd164168562cfa" providerId="LiveId" clId="{1B3DEA9F-D85A-477D-8D6D-57DDDF69D989}" dt="2023-10-26T22:07:34.036" v="5620" actId="20577"/>
        <pc:sldMkLst>
          <pc:docMk/>
          <pc:sldMk cId="3361162001" sldId="397"/>
        </pc:sldMkLst>
        <pc:spChg chg="mod">
          <ac:chgData name="OLUWATOSIN ALABI" userId="55cd164168562cfa" providerId="LiveId" clId="{1B3DEA9F-D85A-477D-8D6D-57DDDF69D989}" dt="2023-10-26T22:07:34.036" v="5620" actId="20577"/>
          <ac:spMkLst>
            <pc:docMk/>
            <pc:sldMk cId="3361162001" sldId="397"/>
            <ac:spMk id="2" creationId="{0C46332F-E2D2-B9AD-CCEA-073C8937853A}"/>
          </ac:spMkLst>
        </pc:spChg>
      </pc:sldChg>
      <pc:sldChg chg="modSp new mod">
        <pc:chgData name="OLUWATOSIN ALABI" userId="55cd164168562cfa" providerId="LiveId" clId="{1B3DEA9F-D85A-477D-8D6D-57DDDF69D989}" dt="2023-10-26T23:29:41.948" v="8186" actId="20577"/>
        <pc:sldMkLst>
          <pc:docMk/>
          <pc:sldMk cId="4223278004" sldId="398"/>
        </pc:sldMkLst>
        <pc:spChg chg="mod">
          <ac:chgData name="OLUWATOSIN ALABI" userId="55cd164168562cfa" providerId="LiveId" clId="{1B3DEA9F-D85A-477D-8D6D-57DDDF69D989}" dt="2023-10-26T23:14:02.945" v="7727" actId="20577"/>
          <ac:spMkLst>
            <pc:docMk/>
            <pc:sldMk cId="4223278004" sldId="398"/>
            <ac:spMk id="2" creationId="{E195CF2E-9159-1095-FFC0-A13A55251A25}"/>
          </ac:spMkLst>
        </pc:spChg>
        <pc:spChg chg="mod">
          <ac:chgData name="OLUWATOSIN ALABI" userId="55cd164168562cfa" providerId="LiveId" clId="{1B3DEA9F-D85A-477D-8D6D-57DDDF69D989}" dt="2023-10-26T23:29:41.948" v="8186" actId="20577"/>
          <ac:spMkLst>
            <pc:docMk/>
            <pc:sldMk cId="4223278004" sldId="398"/>
            <ac:spMk id="3" creationId="{F6AD8631-C0D5-88B4-416B-445E804B37B2}"/>
          </ac:spMkLst>
        </pc:spChg>
      </pc:sldChg>
      <pc:sldMasterChg chg="delSldLayout">
        <pc:chgData name="OLUWATOSIN ALABI" userId="55cd164168562cfa" providerId="LiveId" clId="{1B3DEA9F-D85A-477D-8D6D-57DDDF69D989}" dt="2023-10-26T22:07:24.823" v="5607" actId="47"/>
        <pc:sldMasterMkLst>
          <pc:docMk/>
          <pc:sldMasterMk cId="3353502020" sldId="2147483648"/>
        </pc:sldMasterMkLst>
        <pc:sldLayoutChg chg="del">
          <pc:chgData name="OLUWATOSIN ALABI" userId="55cd164168562cfa" providerId="LiveId" clId="{1B3DEA9F-D85A-477D-8D6D-57DDDF69D989}" dt="2023-10-26T22:07:24.823" v="5607" actId="47"/>
          <pc:sldLayoutMkLst>
            <pc:docMk/>
            <pc:sldMasterMk cId="3353502020" sldId="2147483648"/>
            <pc:sldLayoutMk cId="4003831806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2665B8-7948-471C-857D-A41C1BED27EF}" type="datetimeFigureOut">
              <a:rPr lang="en-GB" smtClean="0"/>
              <a:t>04/02/2024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FDF00-E434-4FEA-A1CB-1F8A0FBCB1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5279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A0E05-4DF4-1028-E9DD-ED741044A6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80E79B-E800-14DD-D90E-344232EE7E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44803-035D-3E51-3B72-D5BC7FAB2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B9CF7-E83A-4548-835B-0D3BDF6A32BD}" type="datetimeFigureOut">
              <a:rPr lang="en-GB" smtClean="0"/>
              <a:t>04/02/2024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9FABF-C992-0A35-717D-4F90A77BB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0B2F3-0D79-AD33-EAB1-2EB73BFC7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FCABE-76CF-496D-84CF-C2CE82CA5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1493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51B2D-71A0-20AB-1A51-E08DE9E6F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16441-0105-A47C-E0AE-B81E35DDD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5664C-D621-DA5D-8A0F-1CEBA9833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B9CF7-E83A-4548-835B-0D3BDF6A32BD}" type="datetimeFigureOut">
              <a:rPr lang="en-GB" smtClean="0"/>
              <a:t>04/02/2024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4397E-D50C-46C4-0240-20ADDC6D0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A7D9A-643D-82EE-19B9-329FCA791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FCABE-76CF-496D-84CF-C2CE82CA5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9260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A25B-7BB3-0DA4-C8FF-DA1A94379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FCDE6-934F-05A7-C259-B6C592FAD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39F53-9200-DFA2-6442-FD610580A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B9CF7-E83A-4548-835B-0D3BDF6A32BD}" type="datetimeFigureOut">
              <a:rPr lang="en-GB" smtClean="0"/>
              <a:t>04/02/2024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79C5A-4084-A102-0CD0-DD927280C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6FC96-F9F9-8B8D-89D6-69CBB73E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FCABE-76CF-496D-84CF-C2CE82CA5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5077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DCE16-D8B3-2151-0BCF-975DB9CF5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C937B-5575-E9EE-08E9-C33297DB9B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5A81E-7698-7741-295A-ED1112F19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5C9FA-0807-33C2-4FCF-6562A9A07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B9CF7-E83A-4548-835B-0D3BDF6A32BD}" type="datetimeFigureOut">
              <a:rPr lang="en-GB" smtClean="0"/>
              <a:t>04/02/2024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BF2B7-A61F-4101-83BB-BFA91EE6E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02A59-A4DA-A46A-A5C5-CA9DFC7FE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FCABE-76CF-496D-84CF-C2CE82CA5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425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EAEA0-3064-450D-197C-497BDB971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9012E-F38A-B3C4-AC24-F0997FD89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013A82-751B-E187-42C7-52040B33F5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5221C1-5348-AA2E-1D17-B6E5327A0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4EE288-09F6-535A-9D18-4D3F60FC75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99E7F7-608E-40D8-A646-5FB987FA9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B9CF7-E83A-4548-835B-0D3BDF6A32BD}" type="datetimeFigureOut">
              <a:rPr lang="en-GB" smtClean="0"/>
              <a:t>04/02/2024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61132D-031C-6C93-4573-C809E8D70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818E53-569F-E737-8C5F-6855844F2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FCABE-76CF-496D-84CF-C2CE82CA5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556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BD1E7-9FBC-EB83-F044-BFA1E3A77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E6AFD-93C4-BD7C-5A66-500E22C7E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B9CF7-E83A-4548-835B-0D3BDF6A32BD}" type="datetimeFigureOut">
              <a:rPr lang="en-GB" smtClean="0"/>
              <a:t>04/02/2024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852D3B-B44A-10FE-93E6-F9CE4F2FD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AA447B-9875-DC05-709F-36AEC1D34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FCABE-76CF-496D-84CF-C2CE82CA5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7544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56541D-ACC5-E5F0-B708-70C87E31D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B9CF7-E83A-4548-835B-0D3BDF6A32BD}" type="datetimeFigureOut">
              <a:rPr lang="en-GB" smtClean="0"/>
              <a:t>04/02/2024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8DB2BD-4AE6-F64D-D615-0B833FE14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7DD7E-9F7C-66AB-ECB4-37C42CBD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FCABE-76CF-496D-84CF-C2CE82CA5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1895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B9930-0738-D93B-BBB4-7704B7E93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5FA20-E366-3D95-9C06-151E19EE1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58C94F-DFC6-18D1-3DE6-EA2F3254F7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30C48-2488-DCCA-B2C9-136CD21B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B9CF7-E83A-4548-835B-0D3BDF6A32BD}" type="datetimeFigureOut">
              <a:rPr lang="en-GB" smtClean="0"/>
              <a:t>04/02/2024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088AB-FD76-718D-AD5F-D7570E75A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166DF-90A6-E17E-5FEA-E4018234D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FCABE-76CF-496D-84CF-C2CE82CA5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5333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15F17-A60C-CAA7-E7AF-1EF010FE8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6AA5A1-D57D-0875-ED19-E2CBE2000C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79490-2714-0A91-A31D-FD1C07D28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0F298-F3B2-87B6-F784-EB4E9C5D0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B9CF7-E83A-4548-835B-0D3BDF6A32BD}" type="datetimeFigureOut">
              <a:rPr lang="en-GB" smtClean="0"/>
              <a:t>04/02/2024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461D1E-C738-3F9F-08D8-55D6906B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185F14-A711-D3CD-7281-C4833C064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FCABE-76CF-496D-84CF-C2CE82CA5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095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614FB-DED9-EF9A-0919-707E090BC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5E1FCA-C266-75E7-0324-917083BA9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238FF-536F-A28A-4AC5-8DA1808E2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B9CF7-E83A-4548-835B-0D3BDF6A32BD}" type="datetimeFigureOut">
              <a:rPr lang="en-GB" smtClean="0"/>
              <a:t>04/02/2024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0B6F4-685D-494A-C26C-DB639830C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F82FA-39FE-A51B-8C35-21D9CE784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FCABE-76CF-496D-84CF-C2CE82CA5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589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A24F67-7C30-5FF9-FE51-6BB377D9E9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E77D81-894F-E5CB-604C-1DFBA892D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CA7AF-5ABE-B173-FF54-8F48E53A5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B9CF7-E83A-4548-835B-0D3BDF6A32BD}" type="datetimeFigureOut">
              <a:rPr lang="en-GB" smtClean="0"/>
              <a:t>04/02/2024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9B6F2-1D1D-AEB8-BDBF-FA24AAFAA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1C656-F4CE-48D7-F0CD-4ABCA21C7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FCABE-76CF-496D-84CF-C2CE82CA5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2601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45638-FC37-383F-0B11-09E22499B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750141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139897-CEA6-A4FE-A74F-48FDCF599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D1A191-5102-BDB2-A840-7BC9C67EC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24E85-B82F-1EFC-8D19-DF303F2449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B9CF7-E83A-4548-835B-0D3BDF6A32BD}" type="datetimeFigureOut">
              <a:rPr lang="en-GB" smtClean="0"/>
              <a:t>04/02/2024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A9F2F-69E6-75F4-C385-E2C91D4083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C12D8-BD5C-C269-B006-64D656D3C2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6FCABE-76CF-496D-84CF-C2CE82CA5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3502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4FD1D-AE14-6BAA-9DEC-7FD354E060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Thesis Progression Committee – Meeting 1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542BAA-FEDF-8018-C432-919BCF9FC3DF}"/>
              </a:ext>
            </a:extLst>
          </p:cNvPr>
          <p:cNvSpPr txBox="1"/>
          <p:nvPr/>
        </p:nvSpPr>
        <p:spPr>
          <a:xfrm>
            <a:off x="4338506" y="3509963"/>
            <a:ext cx="3514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Oluwatosin Olatunde Alabi</a:t>
            </a:r>
            <a:endParaRPr lang="en-GB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AB6B7E-9FA2-2994-3C9D-BCD5AC473F27}"/>
              </a:ext>
            </a:extLst>
          </p:cNvPr>
          <p:cNvSpPr txBox="1"/>
          <p:nvPr/>
        </p:nvSpPr>
        <p:spPr>
          <a:xfrm>
            <a:off x="4338506" y="3971628"/>
            <a:ext cx="3514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27</a:t>
            </a:r>
            <a:r>
              <a:rPr lang="en-US" sz="2400" baseline="30000"/>
              <a:t>th</a:t>
            </a:r>
            <a:r>
              <a:rPr lang="en-US" sz="2400"/>
              <a:t> October 2023</a:t>
            </a:r>
            <a:endParaRPr lang="en-GB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254CC3-F522-E4E2-104A-685F629A2290}"/>
              </a:ext>
            </a:extLst>
          </p:cNvPr>
          <p:cNvSpPr txBox="1"/>
          <p:nvPr/>
        </p:nvSpPr>
        <p:spPr>
          <a:xfrm>
            <a:off x="2896998" y="4630723"/>
            <a:ext cx="6350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Supervisors: Professor Tom </a:t>
            </a:r>
            <a:r>
              <a:rPr lang="en-US" err="1"/>
              <a:t>Vercauteren</a:t>
            </a:r>
            <a:r>
              <a:rPr lang="en-US"/>
              <a:t>, Prof. </a:t>
            </a:r>
            <a:r>
              <a:rPr lang="en-US" err="1"/>
              <a:t>Miaojing</a:t>
            </a:r>
            <a:r>
              <a:rPr lang="en-US"/>
              <a:t> Shi</a:t>
            </a:r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AEE8FD-4314-DF6B-4F80-49B27C7FC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937" y="5363099"/>
            <a:ext cx="2028825" cy="8575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7DDD8E-4C99-4390-EA7D-F0920790A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4960" y="5480843"/>
            <a:ext cx="1742080" cy="5095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1D5EC5-5879-E46C-7EC8-8E903ABDB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746" y="5380831"/>
            <a:ext cx="20288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272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20F2E0-02B8-6178-1EC2-0C0849156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PhD Outline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177173-F9E5-BC15-44E4-C5CD4B5E9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2355"/>
            <a:ext cx="10515600" cy="4314607"/>
          </a:xfrm>
        </p:spPr>
        <p:txBody>
          <a:bodyPr>
            <a:normAutofit fontScale="92500" lnSpcReduction="10000"/>
          </a:bodyPr>
          <a:lstStyle/>
          <a:p>
            <a:r>
              <a:rPr lang="en-US" u="sng"/>
              <a:t>Title</a:t>
            </a:r>
            <a:r>
              <a:rPr lang="en-US"/>
              <a:t>: </a:t>
            </a:r>
            <a:r>
              <a:rPr lang="en-GB" sz="2800" b="1" i="0">
                <a:effectLst/>
              </a:rPr>
              <a:t>Exploiting Multi-task Learning for Endoscopic vision in Robotic Surgery</a:t>
            </a:r>
            <a:endParaRPr lang="en-GB" sz="2800" b="1"/>
          </a:p>
          <a:p>
            <a:r>
              <a:rPr lang="en-US" u="sng"/>
              <a:t>Timeline</a:t>
            </a:r>
            <a:r>
              <a:rPr lang="en-US"/>
              <a:t>: 01/10/2022 – 01/10/2026</a:t>
            </a:r>
          </a:p>
          <a:p>
            <a:r>
              <a:rPr lang="en-US" u="sng"/>
              <a:t>Aims</a:t>
            </a:r>
            <a:r>
              <a:rPr lang="en-US"/>
              <a:t> :</a:t>
            </a:r>
          </a:p>
          <a:p>
            <a:pPr lvl="1"/>
            <a:r>
              <a:rPr lang="en-GB"/>
              <a:t>Learning appropriate surgical vision models with multitask learning to perform better than learning each task independently. </a:t>
            </a:r>
          </a:p>
          <a:p>
            <a:pPr lvl="1"/>
            <a:r>
              <a:rPr lang="en-GB"/>
              <a:t>Learning appropriate surgical vision models with Multitask learning and Limited Supervision to perform as well as Multitask learning with adequate supervision</a:t>
            </a:r>
          </a:p>
          <a:p>
            <a:pPr lvl="1"/>
            <a:r>
              <a:rPr lang="en-GB"/>
              <a:t>Advancing the state of art by combining depth estimation, optical flow estimation, with surgical instrument detection, anatomy recognition, and surgical action recognition. </a:t>
            </a:r>
          </a:p>
          <a:p>
            <a:pPr lvl="1"/>
            <a:r>
              <a:rPr lang="en-GB"/>
              <a:t>Evaluating and validating Endoscopic Vision based learning paradigms</a:t>
            </a:r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6332F-E2D2-B9AD-CCEA-073C89378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117" y="1922695"/>
            <a:ext cx="10515600" cy="1133475"/>
          </a:xfrm>
        </p:spPr>
        <p:txBody>
          <a:bodyPr>
            <a:normAutofit/>
          </a:bodyPr>
          <a:lstStyle/>
          <a:p>
            <a:pPr algn="ctr"/>
            <a:r>
              <a:rPr lang="en-US"/>
              <a:t>Current 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61DC3A-7527-AAE2-E826-ABFE36E48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567" y="3327807"/>
            <a:ext cx="788670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693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C3A064-41BE-4E58-08C0-0025EF4AC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376" y="0"/>
            <a:ext cx="590117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0DC4E7-82ED-6449-039D-26495BEA817B}"/>
              </a:ext>
            </a:extLst>
          </p:cNvPr>
          <p:cNvSpPr txBox="1"/>
          <p:nvPr/>
        </p:nvSpPr>
        <p:spPr>
          <a:xfrm>
            <a:off x="923826" y="2045616"/>
            <a:ext cx="36293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Limited to surgical vision and minimally invasive surgeries,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There should be multiple tasks as outputs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32 papers reviewed in depth.  </a:t>
            </a:r>
          </a:p>
        </p:txBody>
      </p:sp>
    </p:spTree>
    <p:extLst>
      <p:ext uri="{BB962C8B-B14F-4D97-AF65-F5344CB8AC3E}">
        <p14:creationId xmlns:p14="http://schemas.microsoft.com/office/powerpoint/2010/main" val="3178361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A0DC4E7-82ED-6449-039D-26495BEA817B}"/>
              </a:ext>
            </a:extLst>
          </p:cNvPr>
          <p:cNvSpPr txBox="1"/>
          <p:nvPr/>
        </p:nvSpPr>
        <p:spPr>
          <a:xfrm>
            <a:off x="923826" y="2045616"/>
            <a:ext cx="362931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/>
              <a:t>Paper subdivisions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Multitask learning for Perceptual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Multitask learning for Tracking and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Multitask learning for Surgical video workflow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Multitask learning for Post-surgical analysis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C8F818EE-F391-263D-C232-5D885C4539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787" y="167120"/>
            <a:ext cx="6696346" cy="652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218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911D-6C4A-D4DD-D234-7077784E9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Multitask learning for Perceptual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67B28-20B0-4CB6-77BB-1E3242DB2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u="sng"/>
              <a:t>Division</a:t>
            </a:r>
          </a:p>
          <a:p>
            <a:r>
              <a:rPr lang="en-US"/>
              <a:t>Learning of multiple perceptual tasks together</a:t>
            </a:r>
          </a:p>
          <a:p>
            <a:r>
              <a:rPr lang="en-US"/>
              <a:t>Usage of Auxiliary tasks </a:t>
            </a:r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 u="sng"/>
              <a:t>Conclusions</a:t>
            </a:r>
          </a:p>
          <a:p>
            <a:r>
              <a:rPr lang="en-US"/>
              <a:t>Some positive results but there is the presence of negative transfer</a:t>
            </a:r>
          </a:p>
          <a:p>
            <a:r>
              <a:rPr lang="en-US"/>
              <a:t>Single encoder multiple decoder architecture was the default, more communications between decoders in more recent works</a:t>
            </a:r>
          </a:p>
          <a:p>
            <a:r>
              <a:rPr lang="en-US"/>
              <a:t>Optimization approach is usually linear scalarization.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8D4736-ACB3-0D56-6472-131D8804B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972" y="2797961"/>
            <a:ext cx="3757175" cy="166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343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911D-6C4A-D4DD-D234-7077784E9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Multitask learning for Tracking and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67B28-20B0-4CB6-77BB-1E3242DB2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/>
              <a:t>Division</a:t>
            </a:r>
          </a:p>
          <a:p>
            <a:r>
              <a:rPr lang="en-US"/>
              <a:t>Pose Estimation</a:t>
            </a:r>
          </a:p>
          <a:p>
            <a:r>
              <a:rPr lang="en-US" err="1"/>
              <a:t>Scanpath</a:t>
            </a:r>
            <a:r>
              <a:rPr lang="en-US"/>
              <a:t> tracking</a:t>
            </a:r>
          </a:p>
          <a:p>
            <a:r>
              <a:rPr lang="en-US"/>
              <a:t>Camera Imitation learning</a:t>
            </a:r>
          </a:p>
          <a:p>
            <a:endParaRPr lang="en-US"/>
          </a:p>
          <a:p>
            <a:pPr marL="0" indent="0">
              <a:buNone/>
            </a:pPr>
            <a:r>
              <a:rPr lang="en-US" u="sng"/>
              <a:t>Conclusions</a:t>
            </a:r>
          </a:p>
          <a:p>
            <a:r>
              <a:rPr lang="en-US"/>
              <a:t>2D pose estimation instead of 3D pose estimation is common</a:t>
            </a:r>
          </a:p>
          <a:p>
            <a:r>
              <a:rPr lang="en-US"/>
              <a:t>Motion prediction difficult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01AE07-5769-9944-3B95-FC270FD3D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653" y="1825625"/>
            <a:ext cx="5889147" cy="168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926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911D-6C4A-D4DD-D234-7077784E9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Multitask learning for Surgical video workflow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67B28-20B0-4CB6-77BB-1E3242DB2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u="sng"/>
              <a:t>Division</a:t>
            </a:r>
          </a:p>
          <a:p>
            <a:r>
              <a:rPr lang="en-US"/>
              <a:t>Auxiliary Tasks</a:t>
            </a:r>
          </a:p>
          <a:p>
            <a:r>
              <a:rPr lang="en-US"/>
              <a:t>Surgical Triplets</a:t>
            </a:r>
          </a:p>
          <a:p>
            <a:r>
              <a:rPr lang="en-US"/>
              <a:t>Multi-granularity Activity Recognition</a:t>
            </a:r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 u="sng"/>
              <a:t>Conclusions</a:t>
            </a:r>
          </a:p>
          <a:p>
            <a:r>
              <a:rPr lang="en-US"/>
              <a:t>Dataset availability affects research. Phase detection &gt; Triplet &gt; Multigranularity</a:t>
            </a:r>
          </a:p>
          <a:p>
            <a:r>
              <a:rPr lang="en-US"/>
              <a:t>Understanding of complex interactions. </a:t>
            </a:r>
            <a:r>
              <a:rPr lang="en-US" sz="1700"/>
              <a:t>Triplet and multigranularity</a:t>
            </a:r>
          </a:p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D16C66-E30D-40A4-8353-26A85A131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299" y="2019645"/>
            <a:ext cx="5221447" cy="100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8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911D-6C4A-D4DD-D234-7077784E9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Multitask learning for Post-Surgical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67B28-20B0-4CB6-77BB-1E3242DB2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/>
              <a:t>Division</a:t>
            </a:r>
          </a:p>
          <a:p>
            <a:r>
              <a:rPr lang="en-US"/>
              <a:t>Report Generation</a:t>
            </a:r>
          </a:p>
          <a:p>
            <a:r>
              <a:rPr lang="en-US"/>
              <a:t>Skill Assessment</a:t>
            </a:r>
          </a:p>
          <a:p>
            <a:endParaRPr lang="en-US"/>
          </a:p>
          <a:p>
            <a:pPr marL="0" indent="0">
              <a:buNone/>
            </a:pPr>
            <a:r>
              <a:rPr lang="en-US" u="sng"/>
              <a:t>Conclusions</a:t>
            </a:r>
          </a:p>
          <a:p>
            <a:r>
              <a:rPr lang="en-US"/>
              <a:t>We are still at initial stages for the Report Generation task – Image Captioning</a:t>
            </a:r>
          </a:p>
        </p:txBody>
      </p:sp>
    </p:spTree>
    <p:extLst>
      <p:ext uri="{BB962C8B-B14F-4D97-AF65-F5344CB8AC3E}">
        <p14:creationId xmlns:p14="http://schemas.microsoft.com/office/powerpoint/2010/main" val="542106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D3EF1F-B0B7-B2FA-8B8B-D44FD4804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 Complete the review paper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D4EDAD-7116-7EB1-4FC5-FE0EEF7FF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Addition of large models which use prompts to perform multiple tasks. (</a:t>
            </a:r>
            <a:r>
              <a:rPr lang="en-US">
                <a:solidFill>
                  <a:srgbClr val="00B050"/>
                </a:solidFill>
              </a:rPr>
              <a:t>More on this later</a:t>
            </a:r>
            <a:r>
              <a:rPr lang="en-US"/>
              <a:t>)</a:t>
            </a:r>
          </a:p>
          <a:p>
            <a:r>
              <a:rPr lang="en-US"/>
              <a:t>Finishing touches to ensure it can get submitted as a publication</a:t>
            </a:r>
          </a:p>
        </p:txBody>
      </p:sp>
    </p:spTree>
    <p:extLst>
      <p:ext uri="{BB962C8B-B14F-4D97-AF65-F5344CB8AC3E}">
        <p14:creationId xmlns:p14="http://schemas.microsoft.com/office/powerpoint/2010/main" val="3135929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6332F-E2D2-B9AD-CCEA-073C89378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174" y="2862262"/>
            <a:ext cx="10515600" cy="1133475"/>
          </a:xfrm>
        </p:spPr>
        <p:txBody>
          <a:bodyPr/>
          <a:lstStyle/>
          <a:p>
            <a:pPr algn="ctr"/>
            <a:r>
              <a:rPr lang="en-US"/>
              <a:t>Other Explorations</a:t>
            </a:r>
          </a:p>
        </p:txBody>
      </p:sp>
    </p:spTree>
    <p:extLst>
      <p:ext uri="{BB962C8B-B14F-4D97-AF65-F5344CB8AC3E}">
        <p14:creationId xmlns:p14="http://schemas.microsoft.com/office/powerpoint/2010/main" val="688871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917B8-1F17-7A4E-A88C-96E586435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Synthetic data for Instrument Segmentation in Surgery</a:t>
            </a:r>
            <a:r>
              <a:rPr lang="en-US"/>
              <a:t> (</a:t>
            </a:r>
            <a:r>
              <a:rPr lang="en-US" err="1"/>
              <a:t>SynISS</a:t>
            </a:r>
            <a:r>
              <a:rPr lang="en-US"/>
              <a:t>) Challenge Participation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7F420-D56B-6FD8-EDBC-04DCDEE9F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2800" u="sng">
                <a:sym typeface="Gill Sans" charset="0"/>
              </a:rPr>
              <a:t>Training data and rules</a:t>
            </a:r>
            <a:endParaRPr lang="en-US" u="sng"/>
          </a:p>
        </p:txBody>
      </p:sp>
      <p:pic>
        <p:nvPicPr>
          <p:cNvPr id="4" name="Picture 3" descr="A red centipede on a surface&#10;&#10;Description automatically generated">
            <a:extLst>
              <a:ext uri="{FF2B5EF4-FFF2-40B4-BE49-F238E27FC236}">
                <a16:creationId xmlns:a16="http://schemas.microsoft.com/office/drawing/2014/main" id="{C709E016-FB53-4730-5FC7-20B9881340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85"/>
          <a:stretch/>
        </p:blipFill>
        <p:spPr>
          <a:xfrm>
            <a:off x="838200" y="2319531"/>
            <a:ext cx="10113974" cy="1939425"/>
          </a:xfrm>
          <a:prstGeom prst="rect">
            <a:avLst/>
          </a:prstGeom>
        </p:spPr>
      </p:pic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1B84EC0-2EA7-576D-E61D-6E83D96E3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855869"/>
              </p:ext>
            </p:extLst>
          </p:nvPr>
        </p:nvGraphicFramePr>
        <p:xfrm>
          <a:off x="2327448" y="5574595"/>
          <a:ext cx="6659670" cy="9701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890">
                  <a:extLst>
                    <a:ext uri="{9D8B030D-6E8A-4147-A177-3AD203B41FA5}">
                      <a16:colId xmlns:a16="http://schemas.microsoft.com/office/drawing/2014/main" val="4041134332"/>
                    </a:ext>
                  </a:extLst>
                </a:gridCol>
                <a:gridCol w="2219890">
                  <a:extLst>
                    <a:ext uri="{9D8B030D-6E8A-4147-A177-3AD203B41FA5}">
                      <a16:colId xmlns:a16="http://schemas.microsoft.com/office/drawing/2014/main" val="673396022"/>
                    </a:ext>
                  </a:extLst>
                </a:gridCol>
                <a:gridCol w="2219890">
                  <a:extLst>
                    <a:ext uri="{9D8B030D-6E8A-4147-A177-3AD203B41FA5}">
                      <a16:colId xmlns:a16="http://schemas.microsoft.com/office/drawing/2014/main" val="1439048304"/>
                    </a:ext>
                  </a:extLst>
                </a:gridCol>
              </a:tblGrid>
              <a:tr h="321459">
                <a:tc>
                  <a:txBody>
                    <a:bodyPr/>
                    <a:lstStyle/>
                    <a:p>
                      <a:endParaRPr lang="en-US" sz="17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4292" marR="64292" marT="32146" marB="32146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>
                          <a:solidFill>
                            <a:sysClr val="windowText" lastClr="000000"/>
                          </a:solidFill>
                        </a:rPr>
                        <a:t>Dataset 1</a:t>
                      </a:r>
                    </a:p>
                  </a:txBody>
                  <a:tcPr marL="64292" marR="64292" marT="32146" marB="32146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>
                          <a:solidFill>
                            <a:sysClr val="windowText" lastClr="000000"/>
                          </a:solidFill>
                        </a:rPr>
                        <a:t>Dataset 2</a:t>
                      </a:r>
                    </a:p>
                  </a:txBody>
                  <a:tcPr marL="64292" marR="64292" marT="32146" marB="32146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693189"/>
                  </a:ext>
                </a:extLst>
              </a:tr>
              <a:tr h="321459">
                <a:tc>
                  <a:txBody>
                    <a:bodyPr/>
                    <a:lstStyle/>
                    <a:p>
                      <a:r>
                        <a:rPr lang="en-US" sz="1700"/>
                        <a:t>No. of scenes</a:t>
                      </a:r>
                    </a:p>
                  </a:txBody>
                  <a:tcPr marL="64292" marR="64292" marT="32146" marB="32146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/>
                        <a:t>1</a:t>
                      </a:r>
                    </a:p>
                  </a:txBody>
                  <a:tcPr marL="64292" marR="64292" marT="32146" marB="32146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/>
                        <a:t>3</a:t>
                      </a:r>
                    </a:p>
                  </a:txBody>
                  <a:tcPr marL="64292" marR="64292" marT="32146" marB="32146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05337590"/>
                  </a:ext>
                </a:extLst>
              </a:tr>
              <a:tr h="321459">
                <a:tc>
                  <a:txBody>
                    <a:bodyPr/>
                    <a:lstStyle/>
                    <a:p>
                      <a:r>
                        <a:rPr lang="en-US" sz="1700"/>
                        <a:t>No. of samples</a:t>
                      </a:r>
                    </a:p>
                  </a:txBody>
                  <a:tcPr marL="64292" marR="64292" marT="32146" marB="32146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/>
                        <a:t>1200</a:t>
                      </a:r>
                    </a:p>
                  </a:txBody>
                  <a:tcPr marL="64292" marR="64292" marT="32146" marB="32146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/>
                        <a:t>1800</a:t>
                      </a:r>
                    </a:p>
                  </a:txBody>
                  <a:tcPr marL="64292" marR="64292" marT="32146" marB="32146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595839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E48CF77-BAEF-DB55-EDB7-0DE1AA0A7BFC}"/>
              </a:ext>
            </a:extLst>
          </p:cNvPr>
          <p:cNvSpPr txBox="1"/>
          <p:nvPr/>
        </p:nvSpPr>
        <p:spPr>
          <a:xfrm>
            <a:off x="901498" y="4518138"/>
            <a:ext cx="101826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Train on instrument segmentation using synthetic datasets and test performance on synthetic datasets.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Submissions would be tested on datasets from the same virtual reality simulator tasks and Procedures.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Aim is to apply segmentation methods on our synthetic dataset and obtain high performance.  </a:t>
            </a:r>
          </a:p>
        </p:txBody>
      </p:sp>
    </p:spTree>
    <p:extLst>
      <p:ext uri="{BB962C8B-B14F-4D97-AF65-F5344CB8AC3E}">
        <p14:creationId xmlns:p14="http://schemas.microsoft.com/office/powerpoint/2010/main" val="1224431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917B8-1F17-7A4E-A88C-96E586435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SynISS</a:t>
            </a:r>
            <a:r>
              <a:rPr lang="en-US"/>
              <a:t> Challenge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7F420-D56B-6FD8-EDBC-04DCDEE9F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Standard U-Net was used with Trocar Augmentation</a:t>
            </a:r>
          </a:p>
          <a:p>
            <a:endParaRPr lang="en-US"/>
          </a:p>
          <a:p>
            <a:r>
              <a:rPr lang="en-US"/>
              <a:t>Test Dataset contained information from different procedures and task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Winning solutions utilized large models which had been pretrained on large amounts of data</a:t>
            </a:r>
          </a:p>
          <a:p>
            <a:endParaRPr lang="en-US"/>
          </a:p>
          <a:p>
            <a:pPr marL="0" indent="0">
              <a:buNone/>
            </a:pPr>
            <a:r>
              <a:rPr lang="en-US" sz="3600" u="sng"/>
              <a:t>Conclusion</a:t>
            </a:r>
          </a:p>
          <a:p>
            <a:r>
              <a:rPr lang="en-US"/>
              <a:t>Large models with a lot of pretraining generalize better.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FAE42F-54CE-C783-686E-DCBF60A17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669" y="1369449"/>
            <a:ext cx="3398215" cy="1056792"/>
          </a:xfrm>
          <a:prstGeom prst="rect">
            <a:avLst/>
          </a:prstGeom>
        </p:spPr>
      </p:pic>
      <p:pic>
        <p:nvPicPr>
          <p:cNvPr id="7" name="Content Placeholder 5" descr="A close-up of a medical instrument&#10;&#10;Description automatically generated">
            <a:extLst>
              <a:ext uri="{FF2B5EF4-FFF2-40B4-BE49-F238E27FC236}">
                <a16:creationId xmlns:a16="http://schemas.microsoft.com/office/drawing/2014/main" id="{19E017F6-F01D-7887-DDBF-EADAF77148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478" y="2910877"/>
            <a:ext cx="5155704" cy="1090417"/>
          </a:xfrm>
          <a:prstGeom prst="rect">
            <a:avLst/>
          </a:prstGeom>
        </p:spPr>
      </p:pic>
      <p:pic>
        <p:nvPicPr>
          <p:cNvPr id="8" name="Picture 7" descr="A close-up of a device&#10;&#10;Description automatically generated">
            <a:extLst>
              <a:ext uri="{FF2B5EF4-FFF2-40B4-BE49-F238E27FC236}">
                <a16:creationId xmlns:a16="http://schemas.microsoft.com/office/drawing/2014/main" id="{04B48A97-2C51-1C37-DBA9-A59E21889A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182" y="2927827"/>
            <a:ext cx="3398216" cy="10734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D8F9CE-A0A2-CFA0-6707-44DE4C960A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2157" y="1341814"/>
            <a:ext cx="1683285" cy="111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770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82E3E-FDCF-C698-6E56-3530C5252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Text </a:t>
            </a:r>
            <a:r>
              <a:rPr lang="en-US" err="1"/>
              <a:t>Promptable</a:t>
            </a:r>
            <a:r>
              <a:rPr lang="en-US"/>
              <a:t> Surgical Instrument Segmentation with Vision-Language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4543E-696A-51AF-46A4-68E4BFABB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80225"/>
          </a:xfrm>
        </p:spPr>
        <p:txBody>
          <a:bodyPr/>
          <a:lstStyle/>
          <a:p>
            <a:r>
              <a:rPr lang="en-US"/>
              <a:t>Text prompting for instrument segmentation. Hence you could combine binary segmentation, parts segmentation, instrument-type segmentation and cross-dataset segmentation.   </a:t>
            </a:r>
          </a:p>
        </p:txBody>
      </p:sp>
      <p:pic>
        <p:nvPicPr>
          <p:cNvPr id="7" name="Picture 6" descr="A diagram of a computer process&#10;&#10;Description automatically generated">
            <a:extLst>
              <a:ext uri="{FF2B5EF4-FFF2-40B4-BE49-F238E27FC236}">
                <a16:creationId xmlns:a16="http://schemas.microsoft.com/office/drawing/2014/main" id="{4C91C6D6-FF15-320B-7185-674CD3A5E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440" y="3242345"/>
            <a:ext cx="7923797" cy="248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88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917B8-1F17-7A4E-A88C-96E586435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530" y="15539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/>
              <a:t>Image-guided Label Denoising Autoencoder for Surgical Instrument Segmentation Post-Processing (IL-DAE)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7F420-D56B-6FD8-EDBC-04DCDEE9F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754" y="1674623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The idea came from studying the error modes for segmentation models I had developed.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Essentially, I wanted to be able to take an almost correct segmentation and produce a better result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I wanted something that could do this for any dataset </a:t>
            </a:r>
            <a:r>
              <a:rPr lang="en-US" err="1"/>
              <a:t>i.e</a:t>
            </a:r>
            <a:r>
              <a:rPr lang="en-US"/>
              <a:t> Train a single IL-DAE for all instrument datasets.  Hence I devised a training scheme to deform labels and train a model to predict the non deformed labels.   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9DAF51-A0CE-5556-50D3-78EB0E4A9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336" y="2075536"/>
            <a:ext cx="2754386" cy="10684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8DC44D-3611-961C-7C1E-7565CC61C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035" y="3544877"/>
            <a:ext cx="65151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722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917B8-1F17-7A4E-A88C-96E586435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ILDAE Conclusion.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7F420-D56B-6FD8-EDBC-04DCDEE9F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It worked all the time as expected, but only minimally improving by 1 or 3 percentage points, worked better than basic CRF hand tuned. </a:t>
            </a:r>
          </a:p>
          <a:p>
            <a:r>
              <a:rPr lang="en-US"/>
              <a:t>It was hard to sell adding a second network(Used U-Net) for just a few points improvement. </a:t>
            </a:r>
          </a:p>
          <a:p>
            <a:r>
              <a:rPr lang="en-US"/>
              <a:t>Rejected AECAI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031202-EA16-BF60-BD16-CCDB0F794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169" y="3291599"/>
            <a:ext cx="6014775" cy="280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495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A0B27-63E9-4CB7-816E-ED24394CE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 from all the explorations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AFEFB-A884-2527-7B59-107650BDE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Do better work. </a:t>
            </a:r>
          </a:p>
          <a:p>
            <a:r>
              <a:rPr lang="en-US"/>
              <a:t>Focus more on PhD topic. </a:t>
            </a:r>
          </a:p>
        </p:txBody>
      </p:sp>
    </p:spTree>
    <p:extLst>
      <p:ext uri="{BB962C8B-B14F-4D97-AF65-F5344CB8AC3E}">
        <p14:creationId xmlns:p14="http://schemas.microsoft.com/office/powerpoint/2010/main" val="1793159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6332F-E2D2-B9AD-CCEA-073C89378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174" y="2862262"/>
            <a:ext cx="10515600" cy="1133475"/>
          </a:xfrm>
        </p:spPr>
        <p:txBody>
          <a:bodyPr/>
          <a:lstStyle/>
          <a:p>
            <a:pPr algn="ctr"/>
            <a:r>
              <a:rPr lang="en-US"/>
              <a:t>Next Work</a:t>
            </a:r>
          </a:p>
        </p:txBody>
      </p:sp>
    </p:spTree>
    <p:extLst>
      <p:ext uri="{BB962C8B-B14F-4D97-AF65-F5344CB8AC3E}">
        <p14:creationId xmlns:p14="http://schemas.microsoft.com/office/powerpoint/2010/main" val="231277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34F6D-BFEE-D494-9208-B4A2BB767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Toward March for MICCAI 2024(4-5 months)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6A88C-D7E3-480D-2522-6476F1639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follow up to the Review (which tasks help each other under different conditions) 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CBC9F1EE-5470-C9B2-C433-8AF53150C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457" y="2676525"/>
            <a:ext cx="6696075" cy="1504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CC52AC-FDFB-7854-CF25-C6474F7D1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762" y="4432268"/>
            <a:ext cx="5536665" cy="217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713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34F6D-BFEE-D494-9208-B4A2BB767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Toward March for MICCAI 2024(5 months)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6A88C-D7E3-480D-2522-6476F1639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 follow up to the Review (which tasks help each other in minimally invasive surgeries under different conditions) </a:t>
            </a:r>
          </a:p>
          <a:p>
            <a:r>
              <a:rPr lang="en-US"/>
              <a:t>Take 5 minimally invasive tasks(</a:t>
            </a:r>
            <a:r>
              <a:rPr lang="en-US" err="1"/>
              <a:t>e.g</a:t>
            </a:r>
            <a:r>
              <a:rPr lang="en-US"/>
              <a:t> Detection, Segmentation, Counting, Action recognition, and monocular depth) similar to the 2020 papers and check which tasks improve performance when trained together, under different conditions.  </a:t>
            </a:r>
          </a:p>
          <a:p>
            <a:pPr lvl="1"/>
            <a:r>
              <a:rPr lang="en-US"/>
              <a:t>T</a:t>
            </a:r>
            <a:r>
              <a:rPr lang="en-US" b="1">
                <a:solidFill>
                  <a:srgbClr val="00B050"/>
                </a:solidFill>
              </a:rPr>
              <a:t>hink of something with massive data.</a:t>
            </a:r>
          </a:p>
          <a:p>
            <a:pPr lvl="1"/>
            <a:r>
              <a:rPr lang="en-US" b="1">
                <a:solidFill>
                  <a:srgbClr val="00B050"/>
                </a:solidFill>
              </a:rPr>
              <a:t>Theoretical framework – Think about other things in this task. Think as a task as a function. What are the inputs for each settings.</a:t>
            </a:r>
          </a:p>
          <a:p>
            <a:pPr lvl="1"/>
            <a:r>
              <a:rPr lang="en-US" b="1">
                <a:solidFill>
                  <a:srgbClr val="00B050"/>
                </a:solidFill>
              </a:rPr>
              <a:t>Bishop 2006, Multitask learning section. Theoretical point of view.</a:t>
            </a:r>
          </a:p>
          <a:p>
            <a:r>
              <a:rPr lang="en-US"/>
              <a:t>Also need to compare against pretrained large models which are finetuned for a single tasks and/or multiple tasks(</a:t>
            </a:r>
            <a:r>
              <a:rPr lang="en-US" sz="1800"/>
              <a:t>Text </a:t>
            </a:r>
            <a:r>
              <a:rPr lang="en-US" sz="1800" err="1"/>
              <a:t>promptable</a:t>
            </a:r>
            <a:r>
              <a:rPr lang="en-US" sz="1800"/>
              <a:t> needs to be extended for different types of outputs</a:t>
            </a:r>
            <a:r>
              <a:rPr lang="en-US"/>
              <a:t>).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05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34F6D-BFEE-D494-9208-B4A2BB767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Pros for this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6A88C-D7E3-480D-2522-6476F1639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Most Published papers in MICCAI present two task interactions. We would be presenting multiple task interactions.</a:t>
            </a:r>
          </a:p>
          <a:p>
            <a:r>
              <a:rPr lang="en-US"/>
              <a:t>It would be a Logical conclusion and companion work for the review paper</a:t>
            </a:r>
          </a:p>
          <a:p>
            <a:r>
              <a:rPr lang="en-US"/>
              <a:t>It would be an interesting read</a:t>
            </a:r>
          </a:p>
          <a:p>
            <a:r>
              <a:rPr lang="en-US"/>
              <a:t>I would use Large Models.</a:t>
            </a:r>
          </a:p>
          <a:p>
            <a:r>
              <a:rPr lang="en-US"/>
              <a:t>If I can solve the extending of large model to multiple tasks this is publishable on its own. But If this is taking too much time it is not necessary for publication.</a:t>
            </a:r>
          </a:p>
          <a:p>
            <a:r>
              <a:rPr lang="en-US"/>
              <a:t>It is a safe work.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8669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673A6-66E2-4C2E-965C-39755C30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Gantt Chart for November to March 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34E18B4-5869-D988-50CA-1968EB9D89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196760"/>
            <a:ext cx="10515600" cy="1609068"/>
          </a:xfrm>
        </p:spPr>
      </p:pic>
    </p:spTree>
    <p:extLst>
      <p:ext uri="{BB962C8B-B14F-4D97-AF65-F5344CB8AC3E}">
        <p14:creationId xmlns:p14="http://schemas.microsoft.com/office/powerpoint/2010/main" val="35589952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6332F-E2D2-B9AD-CCEA-073C89378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174" y="2862262"/>
            <a:ext cx="10515600" cy="1133475"/>
          </a:xfrm>
        </p:spPr>
        <p:txBody>
          <a:bodyPr>
            <a:normAutofit/>
          </a:bodyPr>
          <a:lstStyle/>
          <a:p>
            <a:pPr algn="ctr"/>
            <a:r>
              <a:rPr lang="en-US"/>
              <a:t>Plans for after March 2024</a:t>
            </a:r>
          </a:p>
        </p:txBody>
      </p:sp>
    </p:spTree>
    <p:extLst>
      <p:ext uri="{BB962C8B-B14F-4D97-AF65-F5344CB8AC3E}">
        <p14:creationId xmlns:p14="http://schemas.microsoft.com/office/powerpoint/2010/main" val="32820069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24F5C67-2BA3-0F77-E54E-6AE1AB818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March 2024 till September 2024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35CE9F0-1966-23F1-33CC-8BDC26C94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solidFill>
                  <a:srgbClr val="FFC000"/>
                </a:solidFill>
              </a:rPr>
              <a:t>It will depend on my performance over the next 5 months. </a:t>
            </a:r>
          </a:p>
          <a:p>
            <a:r>
              <a:rPr lang="en-US">
                <a:solidFill>
                  <a:srgbClr val="00B050"/>
                </a:solidFill>
              </a:rPr>
              <a:t>If I impressive, I would like to take on a tough and impactful challenge, gear my PhD towards solving that </a:t>
            </a:r>
            <a:r>
              <a:rPr lang="en-US" b="1">
                <a:solidFill>
                  <a:srgbClr val="00B050"/>
                </a:solidFill>
              </a:rPr>
              <a:t>particular</a:t>
            </a:r>
            <a:r>
              <a:rPr lang="en-US">
                <a:solidFill>
                  <a:srgbClr val="00B050"/>
                </a:solidFill>
              </a:rPr>
              <a:t> problem.</a:t>
            </a:r>
          </a:p>
          <a:p>
            <a:r>
              <a:rPr lang="en-US">
                <a:solidFill>
                  <a:srgbClr val="C00000"/>
                </a:solidFill>
              </a:rPr>
              <a:t>If I am less than Impressive, I would have to take on </a:t>
            </a:r>
            <a:r>
              <a:rPr lang="en-US" b="1">
                <a:solidFill>
                  <a:srgbClr val="C00000"/>
                </a:solidFill>
              </a:rPr>
              <a:t>another safe challenge and be successful</a:t>
            </a:r>
            <a:r>
              <a:rPr lang="en-US">
                <a:solidFill>
                  <a:srgbClr val="C00000"/>
                </a:solidFill>
              </a:rPr>
              <a:t>. Before taking on a more tough and impactful challenge.</a:t>
            </a:r>
          </a:p>
        </p:txBody>
      </p:sp>
    </p:spTree>
    <p:extLst>
      <p:ext uri="{BB962C8B-B14F-4D97-AF65-F5344CB8AC3E}">
        <p14:creationId xmlns:p14="http://schemas.microsoft.com/office/powerpoint/2010/main" val="17939208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CF2E-9159-1095-FFC0-A13A55251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Possible impactful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D8631-C0D5-88B4-416B-445E804B3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Multigranularity and Multitask prediction for workflow.(</a:t>
            </a:r>
            <a:r>
              <a:rPr lang="en-US" sz="1200"/>
              <a:t>I think triplet is under this task</a:t>
            </a:r>
            <a:r>
              <a:rPr lang="en-US"/>
              <a:t>)</a:t>
            </a:r>
          </a:p>
          <a:p>
            <a:r>
              <a:rPr lang="en-US"/>
              <a:t>Motion prediction for Endoscopic Cameras. </a:t>
            </a:r>
          </a:p>
          <a:p>
            <a:r>
              <a:rPr lang="en-US"/>
              <a:t>More on large models, a General visual intelligence network.</a:t>
            </a:r>
          </a:p>
          <a:p>
            <a:r>
              <a:rPr lang="en-US">
                <a:solidFill>
                  <a:srgbClr val="00B050"/>
                </a:solidFill>
              </a:rPr>
              <a:t>Need to discuss this with Tom and Miaojing when the time comes.</a:t>
            </a:r>
            <a:r>
              <a:rPr lang="en-US"/>
              <a:t>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2780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6332F-E2D2-B9AD-CCEA-073C89378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174" y="2862262"/>
            <a:ext cx="10515600" cy="1133475"/>
          </a:xfrm>
        </p:spPr>
        <p:txBody>
          <a:bodyPr>
            <a:normAutofit/>
          </a:bodyPr>
          <a:lstStyle/>
          <a:p>
            <a:pPr algn="ctr"/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61162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1037</Words>
  <Application>Microsoft Office PowerPoint</Application>
  <PresentationFormat>Widescreen</PresentationFormat>
  <Paragraphs>137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Gill Sans</vt:lpstr>
      <vt:lpstr>Office Theme</vt:lpstr>
      <vt:lpstr>Thesis Progression Committee – Meeting 1</vt:lpstr>
      <vt:lpstr>PhD Outline</vt:lpstr>
      <vt:lpstr>Current Work</vt:lpstr>
      <vt:lpstr>PowerPoint Presentation</vt:lpstr>
      <vt:lpstr>PowerPoint Presentation</vt:lpstr>
      <vt:lpstr>Multitask learning for Perceptual tasks</vt:lpstr>
      <vt:lpstr>Multitask learning for Tracking and Control</vt:lpstr>
      <vt:lpstr>Multitask learning for Surgical video workflow analysis</vt:lpstr>
      <vt:lpstr>Multitask learning for Post-Surgical Analysis </vt:lpstr>
      <vt:lpstr>To Complete the review paper</vt:lpstr>
      <vt:lpstr>Other Explorations</vt:lpstr>
      <vt:lpstr>Synthetic data for Instrument Segmentation in Surgery (SynISS) Challenge Participation </vt:lpstr>
      <vt:lpstr>SynISS Challenge Conclusion</vt:lpstr>
      <vt:lpstr>Text Promptable Surgical Instrument Segmentation with Vision-Language Models</vt:lpstr>
      <vt:lpstr>Image-guided Label Denoising Autoencoder for Surgical Instrument Segmentation Post-Processing (IL-DAE)</vt:lpstr>
      <vt:lpstr>ILDAE Conclusion. </vt:lpstr>
      <vt:lpstr>Conclusion from all the explorations</vt:lpstr>
      <vt:lpstr>Next Work</vt:lpstr>
      <vt:lpstr>Toward March for MICCAI 2024(4-5 months)</vt:lpstr>
      <vt:lpstr>Toward March for MICCAI 2024(5 months)</vt:lpstr>
      <vt:lpstr>Pros for this task</vt:lpstr>
      <vt:lpstr>Gantt Chart for November to March  </vt:lpstr>
      <vt:lpstr>Plans for after March 2024</vt:lpstr>
      <vt:lpstr>March 2024 till September 2024</vt:lpstr>
      <vt:lpstr>Possible impactful challenges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SynISS Participation</dc:title>
  <dc:creator>Tosin Alabi</dc:creator>
  <cp:lastModifiedBy>OLUWATOSIN ALABI</cp:lastModifiedBy>
  <cp:revision>1</cp:revision>
  <dcterms:created xsi:type="dcterms:W3CDTF">2023-10-24T10:34:54Z</dcterms:created>
  <dcterms:modified xsi:type="dcterms:W3CDTF">2024-02-04T22:32:25Z</dcterms:modified>
</cp:coreProperties>
</file>